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표지. 대표 최종 구성안(09-14). 10%: 직접 등록 기준(fee-resolver.ts). 오른쪽은 urdeal.kr 홈 라이브 캡처.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문서의 심장. "돈이 나가는 시점"과 "측정 가능성"만 비교한다. 성과 수치는 실측 전이라 전부 배제.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상품 2888 실측: 정가 25,000 / 판매가 16,500 → 수수료 1,650 → 입금 14,850. 카드 수수료(현재 약 2.75%, 변동 가능)는 유어딜 부담. 월 판매 시나리오와 업종 평균가 표는 상세판 5장.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노출 4곳: 홈 섹션/지도(/map)/검색·카톡 OG/유어쇼츠(/videos). 크리에이터 풀: /api/admin/ads/influencer-pool/stats 2026-09-13 실측 youtube 18,170 / naver_blog 172,755. 오른쪽은 /admin/influencer-pool 데스크톱 캡처(capture-admin-shots.mjs — 이메일·IG·TT 블러, 아바타는 외부 CDN 차단이라 중립 원). 소개비: 매장 제안 %·매장 부담.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사용 조건 프리셋: voucher-usage-conditions.ts (평일만 / 점심시간 11~15시 등). 수량 한정: 상품 필드. 이용권별 링크·카톡 공유: /group-buy/:id OG. 매장 QR: 매장 페이지 주소를 QR 로 만드는 것(전용 포스터 기능은 없음 — 그래서 "주소를 QR 로 만들어"로 적음). 리뷰 보너스 1,000딜 유어딜 부담.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만료 자동 환불: auto-settlement.ts (100%). QR CAS: group-buy-voucher.routes.ts. 독점·계약기간 없음. 수량 상한은 상품 필드.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StoreRegisterModal.tsx 마법사. 승인은 사람(seller-stores.routes.ts 자동 승인 없음). "대신 만들어 드립니다"는 대표 운영 약속(코드 아님).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사용 처리: group-buy-voucher.routes.ts. payouts-generate.ts: 매주 월요일, 최소 10,000원(이월), 승인·송금은 사람. 계좌 변경 owner 전용. 판매 추이: 셀러 대시보드 daily_revenue + 상품별 판매 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연락처는 대표 지정값. "사람이 답합니다"는 운영 약속 — 카카오 채널 응대가 실제로 붙어 있어야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jpe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188720"/>
            <a:ext cx="7315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14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체험단,</a:t>
            </a:r>
            <a:endParaRPr lang="en-US" sz="4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200" b="1" spc="-14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할 만큼 해보셨잖아요.</a:t>
            </a:r>
            <a:endParaRPr lang="en-US" sz="42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297180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공짜로 먹고 가는 사람 말고, 계산하고 가는 손님을 만드는 방법입니다.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3474720"/>
            <a:ext cx="6858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후기 몇 개 받자고 무료 식사를 내드리는 것도, 대행비를 먼저 보내는 것도 이제 그만할 때가 됐습니다. 유어딜은 가게 이용권을 온라인에서 미리 파는 곳입니다. 손님이 먼저 결제하고, 이용권을 들고 가게로 옵니다. 사장님이 내는 건 팔린 이용권의 수수료 10%, 그게 전부입니다.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48006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12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0원</a:t>
            </a:r>
            <a:endParaRPr lang="en-US" sz="36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54406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내는 돈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2926080" y="48006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12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10%</a:t>
            </a:r>
            <a:endParaRPr lang="en-US" sz="3600" dirty="0"/>
          </a:p>
        </p:txBody>
      </p:sp>
      <p:sp>
        <p:nvSpPr>
          <p:cNvPr id="11" name="Text 8"/>
          <p:cNvSpPr txBox="1"/>
          <p:nvPr/>
        </p:nvSpPr>
        <p:spPr>
          <a:xfrm>
            <a:off x="2926080" y="54406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팔린 뒤에만 내는 수수료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5166360" y="48006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12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90%</a:t>
            </a:r>
            <a:endParaRPr lang="en-US" sz="3600" dirty="0"/>
          </a:p>
        </p:txBody>
      </p:sp>
      <p:sp>
        <p:nvSpPr>
          <p:cNvPr id="13" name="Text 10"/>
          <p:cNvSpPr txBox="1"/>
          <p:nvPr/>
        </p:nvSpPr>
        <p:spPr>
          <a:xfrm>
            <a:off x="5166360" y="54406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 몫</a:t>
            </a:r>
            <a:endParaRPr lang="en-US" sz="105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5122" y="747042"/>
            <a:ext cx="2997247" cy="572967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광고비 쓰고, 효과 봤는지는 아셨어요?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82880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돈이 먼저 나가고, 손님은 나중에 옵니다. 온다는 보장도 없이.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395728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3017520" y="239572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돈이 나가는 시점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5943600" y="2395728"/>
            <a:ext cx="2423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오는 사람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8549640" y="2395728"/>
            <a:ext cx="27733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효과 확인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85800" y="2688336"/>
            <a:ext cx="1082009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2761488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체험단·블로그 마케팅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3017520" y="2761488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대행비 선지불 + 무료 식사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5943600" y="2761488"/>
            <a:ext cx="2423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공짜로 먹으러 온 체험단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549640" y="2761488"/>
            <a:ext cx="27733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후기 몇 개. 손님이 됐는지는 모름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85800" y="3328416"/>
            <a:ext cx="1082009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3364992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배달앱·검색 광고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3017520" y="3364992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매달 광고비 선지불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943600" y="3364992"/>
            <a:ext cx="2423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클릭한 사람 (방문 보장 없음)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8549640" y="3364992"/>
            <a:ext cx="27733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클릭 수. 매출 연결은 모름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85800" y="3931920"/>
            <a:ext cx="1082009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85800" y="3968496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전단·현수막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3017520" y="3968496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제작비 선지불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943600" y="3968496"/>
            <a:ext cx="2423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알 수 없음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8549640" y="3968496"/>
            <a:ext cx="27733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알 수 없음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685800" y="4535424"/>
            <a:ext cx="1082009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48640" y="4535424"/>
            <a:ext cx="11094415" cy="603504"/>
          </a:xfrm>
          <a:prstGeom prst="roundRect">
            <a:avLst>
              <a:gd name="adj" fmla="val 15152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85800" y="4572000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</a:t>
            </a:r>
            <a:endParaRPr lang="en-US" sz="1250" dirty="0"/>
          </a:p>
        </p:txBody>
      </p:sp>
      <p:sp>
        <p:nvSpPr>
          <p:cNvPr id="29" name="Text 26"/>
          <p:cNvSpPr txBox="1"/>
          <p:nvPr/>
        </p:nvSpPr>
        <p:spPr>
          <a:xfrm>
            <a:off x="3017520" y="4572000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팔린 뒤에만 수수료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5943600" y="4572000"/>
            <a:ext cx="2423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결제까지 마친 손님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8549640" y="4572000"/>
            <a:ext cx="27733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몇 장 팔리고 몇 명 왔는지 숫자로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685800" y="5495544"/>
            <a:ext cx="10820095" cy="868680"/>
          </a:xfrm>
          <a:prstGeom prst="roundRect">
            <a:avLst>
              <a:gd name="adj" fmla="val 1473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33" name="Text 30"/>
          <p:cNvSpPr txBox="1"/>
          <p:nvPr/>
        </p:nvSpPr>
        <p:spPr>
          <a:xfrm>
            <a:off x="1005840" y="5495544"/>
            <a:ext cx="101800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체험단은 밥을 공짜로 드리고 후기를 받습니다. </a:t>
            </a:r>
            <a:pPr indent="0" marL="0">
              <a:lnSpc>
                <a:spcPct val="140000"/>
              </a:lnSpc>
              <a:buNone/>
            </a:pPr>
            <a:r>
              <a:rPr lang="en-US" sz="12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유어딜은 손님이 돈을 내고 옵니다. 후기는 그 다음에 따라옵니다.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여기는 손님이 돈을 내고 옵니다.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85800" y="1965960"/>
            <a:ext cx="5394960" cy="4251960"/>
          </a:xfrm>
          <a:prstGeom prst="roundRect">
            <a:avLst>
              <a:gd name="adj" fmla="val 30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1005840" y="214884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팔리는 실제 상품 (치즈돈가스 2인 세트)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005840" y="2468880"/>
            <a:ext cx="304312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정가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3621024" y="2468880"/>
            <a:ext cx="2139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25,000원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1005840" y="2889504"/>
            <a:ext cx="304312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판매가 (할인율은 사장님이 정함)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3621024" y="2889504"/>
            <a:ext cx="2139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16,500원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05840" y="3282696"/>
            <a:ext cx="47548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05840" y="3310128"/>
            <a:ext cx="304312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10%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3621024" y="3310128"/>
            <a:ext cx="2139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−1,650원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005840" y="3730752"/>
            <a:ext cx="304312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수수료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3621024" y="3730752"/>
            <a:ext cx="2139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0원 (유어딜 부담)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1005840" y="4123944"/>
            <a:ext cx="47548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005840" y="4151376"/>
            <a:ext cx="304312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 계좌에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3621024" y="4151376"/>
            <a:ext cx="2139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14,850원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1005840" y="4754880"/>
            <a:ext cx="4754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체험단 한 팀에 나가는 무료 식사값이면, 유어딜에선 돈 내는 손님이 옵니다. 그 손님이 몇 명인지, 언제 왔는지, 얼마를 썼는지가 매장 화면에 그대로 남습니다. "효과가 있었나?"를 감으로 판단할 필요가 없습니다.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446520" y="2103120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5392" y="2221992"/>
            <a:ext cx="219456" cy="219456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7086600" y="2103120"/>
            <a:ext cx="44192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결제가 먼저</a:t>
            </a:r>
            <a:endParaRPr lang="en-US" sz="1500" dirty="0"/>
          </a:p>
        </p:txBody>
      </p:sp>
      <p:sp>
        <p:nvSpPr>
          <p:cNvPr id="24" name="Text 20"/>
          <p:cNvSpPr txBox="1"/>
          <p:nvPr/>
        </p:nvSpPr>
        <p:spPr>
          <a:xfrm>
            <a:off x="7086600" y="2487168"/>
            <a:ext cx="4419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이용권은 후기 약속이 아니라 매출입니다.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6446520" y="3474720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5392" y="3593592"/>
            <a:ext cx="219456" cy="219456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7086600" y="3474720"/>
            <a:ext cx="44192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노쇼 손실 0</a:t>
            </a:r>
            <a:endParaRPr lang="en-US" sz="1500" dirty="0"/>
          </a:p>
        </p:txBody>
      </p:sp>
      <p:sp>
        <p:nvSpPr>
          <p:cNvPr id="28" name="Text 23"/>
          <p:cNvSpPr txBox="1"/>
          <p:nvPr/>
        </p:nvSpPr>
        <p:spPr>
          <a:xfrm>
            <a:off x="7086600" y="3858768"/>
            <a:ext cx="4419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실제로 쓴 것만 정산 대상입니다.</a:t>
            </a:r>
            <a:endParaRPr lang="en-US" sz="1100" dirty="0"/>
          </a:p>
        </p:txBody>
      </p:sp>
      <p:sp>
        <p:nvSpPr>
          <p:cNvPr id="29" name="Shape 24"/>
          <p:cNvSpPr/>
          <p:nvPr/>
        </p:nvSpPr>
        <p:spPr>
          <a:xfrm>
            <a:off x="6446520" y="4846320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5392" y="4965192"/>
            <a:ext cx="219456" cy="219456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7086600" y="4846320"/>
            <a:ext cx="44192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손해 보는 구조를 만들 수 없음</a:t>
            </a:r>
            <a:endParaRPr lang="en-US" sz="1500" dirty="0"/>
          </a:p>
        </p:txBody>
      </p:sp>
      <p:sp>
        <p:nvSpPr>
          <p:cNvPr id="32" name="Text 26"/>
          <p:cNvSpPr txBox="1"/>
          <p:nvPr/>
        </p:nvSpPr>
        <p:spPr>
          <a:xfrm>
            <a:off x="7086600" y="5230368"/>
            <a:ext cx="4419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할인율, 수량, 유효기간 전부 사장님이 정합니다.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이용권을 올리시면, 파는 건 저희가 열심히 합니다.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783080"/>
            <a:ext cx="1082009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등록만 하면 유어딜 홈 인기 목록, 지도의 내 주변 이용권, 검색과 카카오톡 공유 카드, 영상 아래 구매 버튼, 네 곳에 자동으로 뜹니다. 그리고 저희에겐 파는 사람들이 있습니다. 유어딜이 확보한 크리에이터 풀, 유튜버 18,170명과 네이버 블로거 172,755명(2026년 9월 기준)에게 사장님의 이용권 판매를 제안합니다. 그 링크로 팔린 것에만 소개비가 나가고, 미리 주는 돈은 없습니다.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816352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자동 노출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685800" y="3090672"/>
            <a:ext cx="347472" cy="347472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143" y="3181015"/>
            <a:ext cx="166787" cy="166787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161288" y="3090672"/>
            <a:ext cx="3136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홈 인기 목록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685800" y="3547872"/>
            <a:ext cx="347472" cy="347472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6143" y="3638215"/>
            <a:ext cx="166787" cy="166787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161288" y="3547872"/>
            <a:ext cx="3136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지도의 내 주변 이용권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685800" y="4005072"/>
            <a:ext cx="347472" cy="347472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6143" y="4095415"/>
            <a:ext cx="166787" cy="166787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161288" y="4005072"/>
            <a:ext cx="3136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검색과 카카오톡 공유 카드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685800" y="4462272"/>
            <a:ext cx="347472" cy="347472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6143" y="4552615"/>
            <a:ext cx="166787" cy="166787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161288" y="4462272"/>
            <a:ext cx="3136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 아래 구매 버튼</a:t>
            </a:r>
            <a:endParaRPr lang="en-US" sz="1200" dirty="0"/>
          </a:p>
        </p:txBody>
      </p:sp>
      <p:sp>
        <p:nvSpPr>
          <p:cNvPr id="20" name="Text 13"/>
          <p:cNvSpPr txBox="1"/>
          <p:nvPr/>
        </p:nvSpPr>
        <p:spPr>
          <a:xfrm>
            <a:off x="685800" y="4974336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파는 사람들</a:t>
            </a:r>
            <a:endParaRPr lang="en-US" sz="1000" dirty="0"/>
          </a:p>
        </p:txBody>
      </p:sp>
      <p:sp>
        <p:nvSpPr>
          <p:cNvPr id="21" name="Text 14"/>
          <p:cNvSpPr txBox="1"/>
          <p:nvPr/>
        </p:nvSpPr>
        <p:spPr>
          <a:xfrm>
            <a:off x="685800" y="5248656"/>
            <a:ext cx="231160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유튜버</a:t>
            </a:r>
            <a:endParaRPr lang="en-US" sz="1150" dirty="0"/>
          </a:p>
        </p:txBody>
      </p:sp>
      <p:sp>
        <p:nvSpPr>
          <p:cNvPr id="22" name="Text 15"/>
          <p:cNvSpPr txBox="1"/>
          <p:nvPr/>
        </p:nvSpPr>
        <p:spPr>
          <a:xfrm>
            <a:off x="2672334" y="5248656"/>
            <a:ext cx="162534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18,170명</a:t>
            </a:r>
            <a:endParaRPr lang="en-US" sz="1200" dirty="0"/>
          </a:p>
        </p:txBody>
      </p:sp>
      <p:sp>
        <p:nvSpPr>
          <p:cNvPr id="23" name="Text 16"/>
          <p:cNvSpPr txBox="1"/>
          <p:nvPr/>
        </p:nvSpPr>
        <p:spPr>
          <a:xfrm>
            <a:off x="685800" y="5541264"/>
            <a:ext cx="231160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네이버 블로거</a:t>
            </a:r>
            <a:endParaRPr lang="en-US" sz="1150" dirty="0"/>
          </a:p>
        </p:txBody>
      </p:sp>
      <p:sp>
        <p:nvSpPr>
          <p:cNvPr id="24" name="Text 17"/>
          <p:cNvSpPr txBox="1"/>
          <p:nvPr/>
        </p:nvSpPr>
        <p:spPr>
          <a:xfrm>
            <a:off x="2672334" y="5541264"/>
            <a:ext cx="162534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172,755명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685800" y="5806440"/>
            <a:ext cx="36118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685800" y="5833872"/>
            <a:ext cx="231160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나가는 홍보비</a:t>
            </a:r>
            <a:endParaRPr lang="en-US" sz="1150" dirty="0"/>
          </a:p>
        </p:txBody>
      </p:sp>
      <p:sp>
        <p:nvSpPr>
          <p:cNvPr id="27" name="Text 20"/>
          <p:cNvSpPr txBox="1"/>
          <p:nvPr/>
        </p:nvSpPr>
        <p:spPr>
          <a:xfrm>
            <a:off x="2672334" y="5833872"/>
            <a:ext cx="162534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0원</a:t>
            </a:r>
            <a:endParaRPr lang="en-US" sz="1200" dirty="0"/>
          </a:p>
        </p:txBody>
      </p:sp>
      <p:sp>
        <p:nvSpPr>
          <p:cNvPr id="28" name="Shape 21"/>
          <p:cNvSpPr/>
          <p:nvPr/>
        </p:nvSpPr>
        <p:spPr>
          <a:xfrm>
            <a:off x="4636008" y="2761488"/>
            <a:ext cx="6943039" cy="3162288"/>
          </a:xfrm>
          <a:prstGeom prst="roundRect">
            <a:avLst>
              <a:gd name="adj" fmla="val 4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pic>
        <p:nvPicPr>
          <p:cNvPr id="2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09160" y="2834640"/>
            <a:ext cx="6796735" cy="3015984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4709160" y="6051792"/>
            <a:ext cx="67967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크리에이터 풀 관리 화면 (실제 화면, 연락처는 가렸습니다)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이런 식으로도 쓰십니다.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85800" y="196596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162" y="2075322"/>
            <a:ext cx="201900" cy="2019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280160" y="19659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한가한 요일과 시간을 팝니다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1280160" y="2276856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"평일 점심에만 사용 가능" 조건을 걸 수 있습니다. 바쁜 주말 말고 비는 화요일 점심을 할인가로 채우는 겁니다. 빈 테이블은 어차피 0원이니, 할인해서 채우면 전부 더 번 돈입니다.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685800" y="2816352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162" y="2925714"/>
            <a:ext cx="201900" cy="20190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280160" y="281635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 메뉴를 숫자로 테스트합니다</a:t>
            </a:r>
            <a:endParaRPr lang="en-US" sz="1400" dirty="0"/>
          </a:p>
        </p:txBody>
      </p:sp>
      <p:sp>
        <p:nvSpPr>
          <p:cNvPr id="13" name="Text 8"/>
          <p:cNvSpPr txBox="1"/>
          <p:nvPr/>
        </p:nvSpPr>
        <p:spPr>
          <a:xfrm>
            <a:off x="1280160" y="3127248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 메뉴를 30장 한정으로 올려보세요. 팔리는 속도가 곧 반응입니다.</a:t>
            </a:r>
            <a:endParaRPr lang="en-US" sz="1050" dirty="0"/>
          </a:p>
        </p:txBody>
      </p:sp>
      <p:sp>
        <p:nvSpPr>
          <p:cNvPr id="14" name="Shape 9"/>
          <p:cNvSpPr/>
          <p:nvPr/>
        </p:nvSpPr>
        <p:spPr>
          <a:xfrm>
            <a:off x="685800" y="3666744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162" y="3776106"/>
            <a:ext cx="201900" cy="2019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280160" y="3666744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단골에게 먼저 팝니다</a:t>
            </a:r>
            <a:endParaRPr lang="en-US" sz="1400" dirty="0"/>
          </a:p>
        </p:txBody>
      </p:sp>
      <p:sp>
        <p:nvSpPr>
          <p:cNvPr id="17" name="Text 11"/>
          <p:cNvSpPr txBox="1"/>
          <p:nvPr/>
        </p:nvSpPr>
        <p:spPr>
          <a:xfrm>
            <a:off x="1280160" y="39776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이용권마다 링크가 생깁니다. 단골 단톡방, 가게 인스타에 올리면 그게 광고비 0원짜리 내 판매 채널입니다.</a:t>
            </a:r>
            <a:endParaRPr lang="en-US" sz="1050" dirty="0"/>
          </a:p>
        </p:txBody>
      </p:sp>
      <p:sp>
        <p:nvSpPr>
          <p:cNvPr id="18" name="Shape 12"/>
          <p:cNvSpPr/>
          <p:nvPr/>
        </p:nvSpPr>
        <p:spPr>
          <a:xfrm>
            <a:off x="685800" y="4517136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162" y="4626498"/>
            <a:ext cx="201900" cy="201900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280160" y="4517136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지나가는 손님도 놓치지 않습니다</a:t>
            </a:r>
            <a:endParaRPr lang="en-US" sz="1400" dirty="0"/>
          </a:p>
        </p:txBody>
      </p:sp>
      <p:sp>
        <p:nvSpPr>
          <p:cNvPr id="21" name="Text 14"/>
          <p:cNvSpPr txBox="1"/>
          <p:nvPr/>
        </p:nvSpPr>
        <p:spPr>
          <a:xfrm>
            <a:off x="1280160" y="4828032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페이지 주소를 QR 로 만들어 테이블과 간판에 붙입니다. "다음에 올게요" 하던 손님이 다음을 미리 결제하고 갑니다.</a:t>
            </a:r>
            <a:endParaRPr lang="en-US" sz="1050" dirty="0"/>
          </a:p>
        </p:txBody>
      </p:sp>
      <p:sp>
        <p:nvSpPr>
          <p:cNvPr id="22" name="Shape 15"/>
          <p:cNvSpPr/>
          <p:nvPr/>
        </p:nvSpPr>
        <p:spPr>
          <a:xfrm>
            <a:off x="685800" y="5367528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162" y="5476890"/>
            <a:ext cx="201900" cy="201900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1280160" y="536752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후기는 저절로 쌓입니다</a:t>
            </a:r>
            <a:endParaRPr lang="en-US" sz="1400" dirty="0"/>
          </a:p>
        </p:txBody>
      </p:sp>
      <p:sp>
        <p:nvSpPr>
          <p:cNvPr id="25" name="Text 17"/>
          <p:cNvSpPr txBox="1"/>
          <p:nvPr/>
        </p:nvSpPr>
        <p:spPr>
          <a:xfrm>
            <a:off x="1280160" y="5678424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후기 손님에게 유어딜이 포인트를 드립니다. 사장님 돈이 아닙니다.</a:t>
            </a:r>
            <a:endParaRPr lang="en-US" sz="1050" dirty="0"/>
          </a:p>
        </p:txBody>
      </p:sp>
      <p:pic>
        <p:nvPicPr>
          <p:cNvPr id="2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01093" y="717213"/>
            <a:ext cx="2813205" cy="5377855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8778240" y="5998464"/>
            <a:ext cx="30589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보는 이용권 (라이브 화면)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자주 묻는 질문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85800" y="1965960"/>
            <a:ext cx="3657600" cy="1143000"/>
          </a:xfrm>
          <a:prstGeom prst="roundRect">
            <a:avLst>
              <a:gd name="adj" fmla="val 112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941832" y="2130552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안 오면요?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941832" y="2441448"/>
            <a:ext cx="31455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쓴 이용권만 정산하니까 손실이 없습니다. 예약이 아니라 재료를 미리 준비할 필요도 없습니다.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572000" y="1965960"/>
            <a:ext cx="3657600" cy="1143000"/>
          </a:xfrm>
          <a:prstGeom prst="roundRect">
            <a:avLst>
              <a:gd name="adj" fmla="val 112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828032" y="2130552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환불해 달라고 하면요?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4828032" y="2441448"/>
            <a:ext cx="31455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환불은 유어딜과 토스가 처리합니다. 사장님은 그 사이에 서지 않습니다.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85800" y="3291840"/>
            <a:ext cx="3657600" cy="1143000"/>
          </a:xfrm>
          <a:prstGeom prst="roundRect">
            <a:avLst>
              <a:gd name="adj" fmla="val 112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941832" y="3456432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유효기간 지난 건요?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941832" y="3767328"/>
            <a:ext cx="31455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 쓴 이용권은 유어딜이 손님에게 100% 환불합니다.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4572000" y="3291840"/>
            <a:ext cx="3657600" cy="1143000"/>
          </a:xfrm>
          <a:prstGeom prst="roundRect">
            <a:avLst>
              <a:gd name="adj" fmla="val 112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4828032" y="3456432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장으로 두 번 쓰려고 하면요?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4828032" y="3767328"/>
            <a:ext cx="31455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QR 은 한 번 찍히면 끝. 같은 코드가 두 번 통과하지 않습니다.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685800" y="4617720"/>
            <a:ext cx="3657600" cy="1143000"/>
          </a:xfrm>
          <a:prstGeom prst="roundRect">
            <a:avLst>
              <a:gd name="adj" fmla="val 112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941832" y="4782312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배달앱이랑 같이 써도 되나요?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941832" y="5093208"/>
            <a:ext cx="31455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됩니다. 독점 요구도 계약 기간도 없습니다.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4572000" y="4617720"/>
            <a:ext cx="3657600" cy="1143000"/>
          </a:xfrm>
          <a:prstGeom prst="roundRect">
            <a:avLst>
              <a:gd name="adj" fmla="val 112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4828032" y="4782312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너무 많이 팔리면요?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4828032" y="5093208"/>
            <a:ext cx="31455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수량 상한을 두면 그만큼만 팔립니다.</a:t>
            </a:r>
            <a:endParaRPr lang="en-US" sz="1050" dirty="0"/>
          </a:p>
        </p:txBody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26773" y="717213"/>
            <a:ext cx="2813205" cy="5377855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8503920" y="5998464"/>
            <a:ext cx="30589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보는 사용 안내와 환불 조건 (라이브 화면)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등록은 10분. 막히면 저희가 대신 해드립니다.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8288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이게 전부입니다. 포스 연동도, 단말기도, 직원 교육도 필요 없습니다.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85800" y="2487168"/>
            <a:ext cx="347472" cy="347472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4871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1188720" y="246888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urdeal.kr 카카오 로그인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1188720" y="2779776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별도 가입이 없습니다.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85800" y="3236976"/>
            <a:ext cx="347472" cy="347472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32369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1188720" y="3218688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카카오맵에서 내 가게 찾기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1188720" y="3529584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주소와 전화번호가 자동으로 채워집니다.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85800" y="3986784"/>
            <a:ext cx="347472" cy="347472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85800" y="39867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1188720" y="3968496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사업자등록증 사진 한 장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1188720" y="4279392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유어딜이 직접 확인하고 승인 문자를 드립니다. 그날부터 판매가 시작됩니다.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685800" y="4809744"/>
            <a:ext cx="5440680" cy="1417320"/>
          </a:xfrm>
          <a:prstGeom prst="roundRect">
            <a:avLst>
              <a:gd name="adj" fmla="val 9032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60120" y="4946904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폰이 익숙하지 않으셔도 괜찮습니다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5248656"/>
            <a:ext cx="4892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카카오톡 채널로 말씀 주시면 등록부터 첫 이용권 올리는 것까지 전화로 같이 하거나, 저희가 대신 만들어 드립니다.</a:t>
            </a:r>
            <a:endParaRPr lang="en-US" sz="1050" dirty="0"/>
          </a:p>
        </p:txBody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1375" y="1576495"/>
            <a:ext cx="2392539" cy="4573689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6172200" y="6089904"/>
            <a:ext cx="27108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카카오맵에서 내 가게 찾기</a:t>
            </a:r>
            <a:endParaRPr lang="en-US" sz="1050" dirty="0"/>
          </a:p>
        </p:txBody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13665" y="1576495"/>
            <a:ext cx="2392539" cy="4573689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8654490" y="6089904"/>
            <a:ext cx="27108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"누가 운영하나요" 화면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사장님은 장사만 하세요. 나머지는 알아서 돌아갑니다.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96596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85800" y="228600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162" y="2395362"/>
            <a:ext cx="201900" cy="2019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80160" y="2286000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오면 폰으로 QR 한 번 찍기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1280160" y="2606040"/>
            <a:ext cx="6675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하실 일은 이게 전부입니다.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10896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685800" y="3429000"/>
            <a:ext cx="7315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실제로 쓴 이용권만 모아 매주 등록 계좌로 들어옵니다. 수수료 뗀 금액 그대로, 별도 정산 수수료 없이. 얼마 팔렸고 얼마 들어올지는 매장 화면에 항상 떠 있어서 궁금해서 전화하실 일이 없습니다. 어떤 이용권이 언제 많이 팔리는지도 보입니다. 다음 이용권을 뭘로 올릴지, 숫자가 알려줍니다.</a:t>
            </a:r>
            <a:endParaRPr lang="en-US" sz="1150" dirty="0"/>
          </a:p>
        </p:txBody>
      </p:sp>
      <p:sp>
        <p:nvSpPr>
          <p:cNvPr id="13" name="Text 9"/>
          <p:cNvSpPr txBox="1"/>
          <p:nvPr/>
        </p:nvSpPr>
        <p:spPr>
          <a:xfrm>
            <a:off x="685800" y="461772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바꾸고 싶을 때</a:t>
            </a:r>
            <a:endParaRPr lang="en-US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685800" y="493776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가격, 수량, 유효기간은 언제든 수정, 바쁘면 판매 중지. 계약 기간이 없으니 그만두는 것도 사장님 마음입니다.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685800" y="5486400"/>
            <a:ext cx="7315200" cy="685800"/>
          </a:xfrm>
          <a:prstGeom prst="roundRect">
            <a:avLst>
              <a:gd name="adj" fmla="val 18667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960120" y="5486400"/>
            <a:ext cx="6766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 계좌는 사장님 본인만 바꿀 수 있습니다. </a:t>
            </a:r>
            <a:pPr indent="0" marL="0">
              <a:buNone/>
            </a:pPr>
            <a:r>
              <a:rPr lang="en-US" sz="12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운영을 누구에게 맡겨도.</a:t>
            </a:r>
            <a:endParaRPr lang="en-US" sz="1200" dirty="0"/>
          </a:p>
        </p:txBody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01093" y="717213"/>
            <a:ext cx="2813205" cy="5377855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0" y="5998464"/>
            <a:ext cx="30589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 화면 (예시 데이터)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일단 메뉴 하나만 올려보세요.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85800" y="1965960"/>
            <a:ext cx="6949440" cy="1783080"/>
          </a:xfrm>
          <a:prstGeom prst="roundRect">
            <a:avLst>
              <a:gd name="adj" fmla="val 7179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60120" y="205740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가입비도 없고, 계약 기간도 없고, 안 팔리면 나가는 돈도 없습니다. 제일 자신 있는 메뉴 하나로 시작해서, 맞는다 싶으면 늘리고 아니면 내리면 됩니다.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960120" y="301752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시작이 어려우시면 카카오톡으로 "등록 도와주세요" 한 마디만 남겨 주세요. 사람이 답합니다.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40233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시작하는 방법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85800" y="4343400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" y="43434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1143000" y="432511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 로그인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3520440" y="432511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urdeal.kr 에서 카카오로 로그인합니다.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85800" y="4946904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85800" y="4946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1143000" y="4928616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등록 (10분)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3520440" y="492861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urdeal.kr/store/new 에서 내 가게를 찾고 등록증 사진을 올립니다.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685800" y="5550408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85800" y="55504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1143000" y="5532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이용권 올리기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3520440" y="55321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승인 문자를 받으면 메뉴 하나를 올립니다. 그날부터 팔립니다.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8229600" y="1965960"/>
            <a:ext cx="3276295" cy="4023360"/>
          </a:xfrm>
          <a:prstGeom prst="roundRect">
            <a:avLst>
              <a:gd name="adj" fmla="val 3907"/>
            </a:avLst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549640" y="2240280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문의</a:t>
            </a:r>
            <a:endParaRPr lang="en-US" sz="1100" dirty="0"/>
          </a:p>
        </p:txBody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2734056"/>
            <a:ext cx="237744" cy="237744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8915400" y="2697480"/>
            <a:ext cx="22704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urdeal.kr/store/new</a:t>
            </a:r>
            <a:endParaRPr lang="en-US" sz="1300" dirty="0"/>
          </a:p>
        </p:txBody>
      </p:sp>
      <p:sp>
        <p:nvSpPr>
          <p:cNvPr id="26" name="Text 22"/>
          <p:cNvSpPr txBox="1"/>
          <p:nvPr/>
        </p:nvSpPr>
        <p:spPr>
          <a:xfrm>
            <a:off x="8915400" y="3008376"/>
            <a:ext cx="2270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등록</a:t>
            </a:r>
            <a:endParaRPr lang="en-US" sz="950" dirty="0"/>
          </a:p>
        </p:txBody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3511296"/>
            <a:ext cx="237744" cy="237744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8915400" y="3474720"/>
            <a:ext cx="22704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pf.kakao.com/_AITdn</a:t>
            </a:r>
            <a:endParaRPr lang="en-US" sz="1300" dirty="0"/>
          </a:p>
        </p:txBody>
      </p:sp>
      <p:sp>
        <p:nvSpPr>
          <p:cNvPr id="29" name="Text 24"/>
          <p:cNvSpPr txBox="1"/>
          <p:nvPr/>
        </p:nvSpPr>
        <p:spPr>
          <a:xfrm>
            <a:off x="8915400" y="3785616"/>
            <a:ext cx="2270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카카오톡 채널 상담. "등록 도와주세요"</a:t>
            </a:r>
            <a:endParaRPr lang="en-US" sz="950" dirty="0"/>
          </a:p>
        </p:txBody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9640" y="4288536"/>
            <a:ext cx="237744" cy="237744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8915400" y="4251960"/>
            <a:ext cx="22704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jiwon@ur-team.com</a:t>
            </a:r>
            <a:endParaRPr lang="en-US" sz="1300" dirty="0"/>
          </a:p>
        </p:txBody>
      </p:sp>
      <p:sp>
        <p:nvSpPr>
          <p:cNvPr id="32" name="Text 26"/>
          <p:cNvSpPr txBox="1"/>
          <p:nvPr/>
        </p:nvSpPr>
        <p:spPr>
          <a:xfrm>
            <a:off x="8915400" y="4562856"/>
            <a:ext cx="2270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</a:t>
            </a:r>
            <a:endParaRPr lang="en-US" sz="950" dirty="0"/>
          </a:p>
        </p:txBody>
      </p:sp>
      <p:sp>
        <p:nvSpPr>
          <p:cNvPr id="33" name="Text 27"/>
          <p:cNvSpPr txBox="1"/>
          <p:nvPr/>
        </p:nvSpPr>
        <p:spPr>
          <a:xfrm>
            <a:off x="8549640" y="5486400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리스터코퍼레이션 · 사업자등록번호 479-09-02930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function title(slide, text, { dark = false, y = 1.15, size = 27, w = W - 2 * M } = {}) {
    T(slide, text, { x: M, y, w, h: 0.9, fontSize: size, bold: true, color: dark ? C.darkText : C.ink, valign: 'top', lineSpacingMultiple: 1.15, charSpacing: -0.6 });
  }</dc:title>
  <dc:subject>PptxGenJS Presentation</dc:subject>
  <dc:creator>리스터코퍼레이션</dc:creator>
  <cp:lastModifiedBy>리스터코퍼레이션</cp:lastModifiedBy>
  <cp:revision>1</cp:revision>
  <dcterms:created xsi:type="dcterms:W3CDTF">2026-09-14T06:22:35Z</dcterms:created>
  <dcterms:modified xsi:type="dcterms:W3CDTF">2026-09-14T06:22:35Z</dcterms:modified>
</cp:coreProperties>
</file>