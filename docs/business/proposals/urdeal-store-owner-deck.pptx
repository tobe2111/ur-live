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최종 구성안 v2. 대안 헤드라인: "체험단에 지치신 사장님들께." / "공짜 손님, 이제 그만 받으셔도 됩니다."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16,500. 장당 입금 14,850, 재료비 8,750(정가×35% 가정) → 6,100. 월 30/90/150장 순수익 183,000 / 549,000 / 915,000원. 카드 수수료(현재 약 2.75%, 변동 가능)는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%·풀 규모 숫자는 넣지 않는다.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 누가 먼저 올려 둔 매장의 사장님 입구는 /store/find (상세판 9장).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 헤드라인: "잘 맞는지 한 달만 해보셔도 됩니다." / "부담 없이 시작하고, 부담 없이 그만두세요." 연락처는 대표 지정값.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체험단,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만큼 해보셨잖아요.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먹고 가는 사람 말고, 계산하고 가는 손님을 만드는 방법입니다.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 받자고 무료 식사를 내드리는 것도, 대행비를 먼저 보내는 것도 이제 그만할 때가 됐습니다.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5394960" cy="361188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7614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063240"/>
            <a:ext cx="30431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306324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392424"/>
            <a:ext cx="30431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3392424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6941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721608"/>
            <a:ext cx="30431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721608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4050792"/>
            <a:ext cx="30431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40507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05840" y="43525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379976"/>
            <a:ext cx="30431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621024" y="4379976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8006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판매 (월 장수)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560320" y="480060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480060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 (재료비 35% 가정)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005840" y="507492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129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(월 30장)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560320" y="51297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445,500원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160520" y="51297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183,000원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005840" y="53858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05840" y="54223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(월 90장)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2560320" y="542239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1,336,500원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4160520" y="542239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549,000원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005840" y="567842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05840" y="571500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(월 150장)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2560320" y="57150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2,227,500원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4160520" y="57150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915,000원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1005840" y="59710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46520" y="269748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816352"/>
            <a:ext cx="219456" cy="219456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7086600" y="269748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086600" y="308152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6446520" y="38862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4005072"/>
            <a:ext cx="219456" cy="21945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7086600" y="38862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44" name="Text 39"/>
          <p:cNvSpPr txBox="1"/>
          <p:nvPr/>
        </p:nvSpPr>
        <p:spPr>
          <a:xfrm>
            <a:off x="7086600" y="427024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6446520" y="50749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5193792"/>
            <a:ext cx="219456" cy="219456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7086600" y="50749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48" name="Text 42"/>
          <p:cNvSpPr txBox="1"/>
          <p:nvPr/>
        </p:nvSpPr>
        <p:spPr>
          <a:xfrm>
            <a:off x="7086600" y="54589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네 곳에 자동으로 뜹니다. 사장님이 콘텐츠를 만들 필요가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507492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60120" y="256032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304495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294436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목록과 카테고리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60120" y="36576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77647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67588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960120" y="4389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50799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44074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960120" y="51206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523951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13892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080760" y="2377440"/>
            <a:ext cx="3154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355080" y="260604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715402"/>
            <a:ext cx="201900" cy="201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903720" y="26517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5" name="Text 17"/>
          <p:cNvSpPr txBox="1"/>
          <p:nvPr/>
        </p:nvSpPr>
        <p:spPr>
          <a:xfrm>
            <a:off x="6355080" y="31089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크리에이터들이 이용권을 소개하기도 합니다. 이때도 나가는 건 팔린 것에 대한 소개비뿐, 미리 주는 돈은 없습니다.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6080760" y="4389120"/>
            <a:ext cx="3154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55080" y="46177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727082"/>
            <a:ext cx="201900" cy="20190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903720" y="46634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0" name="Text 21"/>
          <p:cNvSpPr txBox="1"/>
          <p:nvPr/>
        </p:nvSpPr>
        <p:spPr>
          <a:xfrm>
            <a:off x="6355080" y="51206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쌓입니다.</a:t>
            </a:r>
            <a:endParaRPr lang="en-US" sz="105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5248656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 승인이 나면 문자로 알려드리고, 그날부터 판매가 시작됩니다.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하실 일은 이게 전부입니다. 스캔이 어려우면 매장 확인코드 6자리를 알려 주면 손님이 직접 입력합니다.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2461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566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얼마 팔렸고, 얼마 들어올지는 매장 화면에 항상 떠 있어서 궁금해서 전화하실 일이 없습니다. 별도 정산 수수료도 없습니다.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5262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846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바꾸고, 바쁘면 판매를 잠시 멈추면 됩니다. 계약 기간이 없으니 그만두는 것도 사장님 마음입니다.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5800" y="5486400"/>
            <a:ext cx="7315200" cy="685800"/>
          </a:xfrm>
          <a:prstGeom prst="roundRect">
            <a:avLst>
              <a:gd name="adj" fmla="val 18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57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 그만두실 때 위약금도, 눈치 볼 사람도 없습니다.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2026-09-14T06:07:21Z</dcterms:created>
  <dcterms:modified xsi:type="dcterms:W3CDTF">2026-09-14T06:07:21Z</dcterms:modified>
</cp:coreProperties>
</file>