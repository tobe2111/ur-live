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지시(09-14): "팔린 만큼만 냅니다"가 아니라 "우리동네 이용권, 유어딜".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10% 하나로). 0원: 가입비·월비·광고비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2888(홍대돈까스, 라이브 유일의 실제 매장 이용권) 09-13 실측: 정가 25,000 / 판매가 16,500.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SSOT는 이 파일 CALC. 장당: 16,500 − 1,650 = 14,850 입금, 재료비 8,750(정가 25,000×35% 가정) → 6,100. 월 30/90/150장 = 183,000 / 549,000 / 915,000원. 업종 평균가는 09-13 공개 API 실측(활성 이용권 카탈로그 평균, 실거래 평균 아님). 할인분은 정직하게 "덜 받는 값"으로 적었다.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않는다(대표).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이용 안내 목차. 시간은 현장 추정. 다음 장부터 각 단계를 화면과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4단계. 승인은 사람(seller-stores.routes.ts 자동 승인 없음). 채널 선택이 수수료(직접 10% / 중개 5%)를 정함. 대리 등록 매장의 사장님 입구는 /store/find.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필드: products(name, price, group_buy 판매가, stock/quantity, expires). 유효기간 미설정=무기한(actor-benefit-map). 요령은 판매 원칙이지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QR, CAS) · /:code/use(확인코드). 사용 조건: redemption-settings(usage_conditions). 확인코드 재발급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10,000원(이월), 승인·송금은 사람.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%·매장 부담·상한 없음(Q2-1). DB 규모 숫자는 대표 지시로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할인율 하한 없음. 과세 유형은 등록 조건 아님. 세금계산서: tax-invoice-gateway.ts 역발행 초안(연동 활성 여부 운영 확인). 승인은 사람. 추가 주문 수수료 0(이용권 금액만 정산). 계약기간·위약금 없음(코드 제약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상인회장용 발췌: 1·2·3·4·5·7·16장.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89611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 · 2026-09-13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이용권,</a:t>
            </a:r>
            <a:endParaRPr lang="en-US" sz="4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0320"/>
            <a:ext cx="4502075" cy="1234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43434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뷰티, 숙박의 이용권을 손님이 온라인에서 미리 사고, 가게에 와서 QR 로 씁니다. 사장님은 팔린 만큼만 수수료를 냅니다.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5349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냅니다.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718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79476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배달도 배송도 없습니다. 손님은 가게에 직접 옵니다.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53" y="717213"/>
            <a:ext cx="2813205" cy="537785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2296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매출과 순수익. 가정은 전부 적어 두었으니 사장님 숫자로 바꿔 보세요.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16052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0848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 (실제 상품 기준)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7744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946654" y="237744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752344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(34%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946654" y="2752344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099816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27248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46654" y="3127248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502152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46654" y="3502152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0120" y="3849624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877056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(정가의 35% 가정)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946654" y="3877056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−8,750원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25196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남는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946654" y="425196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6,100원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476402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할인분 8,500원은 손님을 오게 하는 값입니다. 정가에 오던 손님이 이용권으로 갈아타면 그만큼 덜 받으니, 한가한 시간대와 남는 메뉴에 거는 것이 답입니다.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192024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몇 장 팔리느냐에 따라 (같은 이용권)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2194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509760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0" y="2194560"/>
            <a:ext cx="990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순수익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24688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663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495,000원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5237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49,500원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667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445,500원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5237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262,500원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515600" y="2523744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183,000원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166360" y="2871216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74920" y="2871216"/>
            <a:ext cx="6522415" cy="38404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663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2907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1,485,000원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29077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148,500원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3667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1,336,500원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29077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787,500원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0" y="2907792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549,000원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66360" y="3255264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663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30936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2,475,000원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2918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247,500원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667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2,227,500원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50976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1,312,500원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0" y="3291840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915,000원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166360" y="363931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166360" y="393192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평균 판매가로 보면 (2026-09-13 판매 중인 이용권 평균, 월 30장 가정)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166360" y="41879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09360" y="41879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판매가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955280" y="4187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 (30장)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692640" y="4187952"/>
            <a:ext cx="1813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 (90%)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166360" y="446227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166360" y="45171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</a:t>
            </a:r>
            <a:endParaRPr lang="en-US" sz="1050" dirty="0"/>
          </a:p>
        </p:txBody>
      </p:sp>
      <p:sp>
        <p:nvSpPr>
          <p:cNvPr id="60" name="Text 57"/>
          <p:cNvSpPr txBox="1"/>
          <p:nvPr/>
        </p:nvSpPr>
        <p:spPr>
          <a:xfrm>
            <a:off x="6309360" y="4517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9692640" y="451713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875,097원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66360" y="484632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66360" y="48828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309360" y="48828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45,253원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7955280" y="4882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1,357,590원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692640" y="488289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1,221,831원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5166360" y="52120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166360" y="52486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630936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7955280" y="52486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4,674,720원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9692640" y="524865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4,207,248원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5166360" y="557784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589788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재료비율과 판매 장수는 가정입니다. 이용권 손님이 추가로 주문하는 음료나 사이드는 계산에 넣지 않았습니다.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9144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여기서부터 이용 안내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188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이게 전부입니다. 한 장에 모았습니다.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 하는 일 둘, 매일 하는 일 하나, 매주 확인하는 일 하나. 나머지는 선택입니다.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696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8696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질문 네 개. 사업자등록증 사진 한 장. 승인은 사람이 확인합니다.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9장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523744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24912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24912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724912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만들기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724912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이름, 정가, 판매가, 수량, 유효기간. 사진은 폰으로 그 자리에서.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724912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724912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10장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61688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62856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2856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노출과 결제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62856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홈, 지도, 검색, 카톡 카드에 뜨고 손님이 토스로 결제합니다. 사장님이 할 일 없음.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62856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562856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199632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400800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821424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사용 처리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매장 폰으로 QR 한 번. 어려우면 확인코드 6자리.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00800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11장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037576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38744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8744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659368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확인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쓴 이용권만 매주 모아 등록 계좌로. 관리 화면에서 확인만.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38744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87552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007668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7668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1049731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1007668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더 부르기와 위임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07668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제안, 후기 답글, 바쁘면 운영 위임.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1007668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13·14장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등록. 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매장, 누가 운영하나요?" 에서 "내 가게에요" 를 고르면 수수료 10% 입니다.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이용권. 다섯 칸만 채우면 그날부터 팔립니다.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것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468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441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"치즈돈가스 2인 세트" 처럼 손님이 아는 이름 그대로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60120" y="3182112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154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 받는 값. 손님에게 취소선으로 함께 보입니다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60120" y="3895344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67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169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할인가. 이 값의 10%가 수수료입니다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60120" y="4608576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5811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받을 수 있는 만큼. 다 팔리면 자동으로 닫힙니다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0120" y="5321808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5321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5294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71600" y="5596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정하면 무기한. 지나면 안 쓴 것은 유어딜이 환불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212080" y="1965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팔리는 이용권을 만드는 요령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212080" y="228600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32" y="2385852"/>
            <a:ext cx="184343" cy="18434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시간대, 남는 메뉴부터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25603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 피크에 이미 꽉 차는 메뉴보다, 비는 시간과 여유 있는 메뉴에 거는 것이 남습니다.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212080" y="324612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932" y="3345972"/>
            <a:ext cx="184343" cy="18434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76072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세트로 묶으면 한 장의 값이 커집니다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7607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"2인 세트", "커트+클리닉" 처럼 묶으면 손님도 고르기 쉽고 한 장당 입금도 커집니다.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212080" y="42062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1932" y="4306092"/>
            <a:ext cx="184343" cy="18434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76072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할인은 손님이 정가와 비교해 바로 느끼는 만큼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5760720" y="44805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정가가 함께 보이므로 할인이 없으면 잘 팔리지 않습니다. 얼마로 할지는 사장님 숫자로 정하세요.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212080" y="51663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5266212"/>
            <a:ext cx="184343" cy="184343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6072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사진은 폰으로 그 자리에서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5760720" y="5440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음식이든 시술 결과든 실제 사진이 스톡 사진보다 잘 팔립니다. 밝은 곳에서 한 장이면 됩니다.</a:t>
            </a:r>
            <a:endParaRPr lang="en-US" sz="95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결과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QR 한 번. 매일 하는 일은 이것뿐입니다.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1. 매장 폰으로 손님 QR 찍기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 화면을 내밀면 매장 폰의 스캔 화면으로 찍습니다. 찍히는 순간 사용 완료가 되고, 같은 QR 은 다시 통과하지 않습니다. 직원 누구나 할 수 있습니다.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75488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02920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2. 손님이 매장 확인코드 입력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손님 폰의 이용권 화면에 매장 확인코드 6자리를 눌러 줍니다. 코드는 매장에서만 알려 주므로 집에서 미리 쓸 수 없습니다. 코드는 관리 화면에서 언제든 재발급됩니다.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434840"/>
            <a:ext cx="7863840" cy="1737360"/>
          </a:xfrm>
          <a:prstGeom prst="roundRect">
            <a:avLst>
              <a:gd name="adj" fmla="val 73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601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조건도 사장님이 정합니다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8920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"평일만", "점심시간 제외", "1인 1매", "방문 전 예약 필수" 처럼 매장 사정에 맞는 조건을 체크하면 손님의 이용권 화면에 그대로 표시됩니다. 조건에 안 맞게 온 손님은 사용 처리를 안 하면 됩니다. 이용권은 그대로 살아 있습니다.</a:t>
            </a:r>
            <a:endParaRPr lang="en-US" sz="10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정산.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1635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1635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074920"/>
            <a:ext cx="7863840" cy="1097280"/>
          </a:xfrm>
          <a:prstGeom prst="roundRect">
            <a:avLst>
              <a:gd name="adj" fmla="val 11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화면에서 늘 보이는 것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486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입금 예정 금액, 입금된 내역. 그리고 정산 계좌는 사장님 본인만 바꿀 수 있습니다. 운영을 누구에게 맡겨도.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 콘텐츠를 만드는 사람들을 관리 화면에서 찾아 "이 이용권 팔아 주면 몇 %" 를 적어 제안합니다. 그 사람이 수락하면 전용 링크가 생기고,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후기가 쌓이고, 답글은 사장님이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063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포인트를 드립니다. 사장님 부담 없이 후기가 쌓이고, 답글을 달면 다음 손님이 그 대화를 봅니다.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0" y="4480560"/>
            <a:ext cx="24231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61772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손님이 다른 것도 시키면요?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그건 평소처럼 매장에서 결제받으면 됩니다. 유어딜은 이용권에 적힌 것만 정산하고, 추가 주문에는 수수료가 없습니다.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그만두고 싶으면요?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판매를 멈추면 끝입니다. 계약 기간도 위약금도 없습니다. 이미 팔린 이용권은 유효기간까지 받아 주시면 됩니다.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시작하면 그 동네의 첫 매장입니다.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이제 시작하는 서비스입니다. 등록 매장 수를 부풀려 말하지 않겠습니다. 대신 조건을 먼저 공개합니다. 수수료 10%, 미리 내는 돈 0원, 매주 정산. 지금 들어오시는 매장이 그 동네, 그 업종의 첫 자리를 가져갑니다.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2026-09-14T05:56:07Z</dcterms:created>
  <dcterms:modified xsi:type="dcterms:W3CDTF">2026-09-14T05:56:07Z</dcterms:modified>
</cp:coreProperties>
</file>