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09-14 대표 "체험단, 할 만큼 해보셨잖아요" 는 어조가 예의 있지 않다 → 같은 대비를 정중하게. 10%: 직접 등록 기준(fee-resolver.ts). 오른쪽은 urdeal.kr 홈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문서의 심장. "돈이 나가는 시점"과 "측정 가능성"만 비교한다. 성과 수치는 실측 전이라 전부 배제.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 실측: 정가 25,000 / 판매가 16,500 → 수수료 1,650 → 입금 14,850. 카드 수수료(현재 약 2.75%, 변동 가능)는 유어딜 부담. 월 판매 시나리오와 업종 평균가 표는 상세판 5장.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노출 4곳: 홈 섹션/지도(/map)/검색·카톡 OG/유어쇼츠(/videos). 크리에이터 풀: /api/admin/ads/influencer-pool/stats 2026-09-13 실측 youtube 18,170 / naver_blog 172,755. 오른쪽은 /admin/influencer-pool 데스크톱 캡처(capture-admin-shots.mjs — 이메일·IG·TT 블러, 아바타는 외부 CDN 차단이라 중립 원). 소개비: 매장 제안 %·매장 부담.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조건 프리셋: voucher-usage-conditions.ts (평일만 / 점심시간 11~15시 등). 수량 한정: 상품 필드. 이용권별 링크·카톡 공유: /group-buy/:id OG. 매장 QR: 매장 페이지 주소를 QR 로 만드는 것(전용 포스터 기능은 없음 — 그래서 "주소를 QR 로 만들어"로 적음). 리뷰 보너스 1,000딜 유어딜 부담.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만료 자동 환불: auto-settlement.ts (100%). QR CAS: group-buy-voucher.routes.ts. 독점·계약기간 없음. 수량 상한은 상품 필드.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StoreRegisterModal.tsx 마법사. 승인은 사람(seller-stores.routes.ts 자동 승인 없음). "대신 만들어 드립니다"는 대표 운영 약속(코드 아님).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처리: group-buy-voucher.routes.ts. payouts-generate.ts: 매주 월요일, 최소 10,000원(이월), 승인·송금은 사람. 계좌 변경 owner 전용. 판매 추이: 셀러 대시보드 daily_revenue + 상품별 판매 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연락처는 대표 지정값. "사람이 답합니다"는 운영 약속 — 카카오 채널 응대가 실제로 붙어 있어야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18872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말고,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계산하는 손님을 부르는 방법입니다.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718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식사를 내드리고 후기를 받는 대신, 손님이 먼저 결제하고 가게에 옵니다.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7472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개를 받으려고 무료 식사를 내드리고 대행비를 먼저 보내는 방식은, 이제 안 하셔도 됩니다. 유어딜은 가게 이용권을 온라인에서 미리 파는 곳입니다. 손님이 먼저 결제하고, 이용권을 들고 가게로 옵니다. 사장님이 내는 건 팔린 이용권의 수수료 10%, 그게 전부입니다.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내는 돈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내는 수수료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90%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16636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</a:t>
            </a:r>
            <a:endParaRPr lang="en-US" sz="10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 쓰고, 효과 봤는지는 아셨어요?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먼저 나가고, 손님은 나중에 옵니다. 온다는 보장도 없이.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9572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3957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나가는 시점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239572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오는 사람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395728"/>
            <a:ext cx="2773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확인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85800" y="268833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76148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체험단·블로그 마케팅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276148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대행비 선지불 + 무료 식사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공짜로 먹으러 온 체험단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761488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개. 손님이 됐는지는 모름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332841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36499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배달앱·검색 광고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017520" y="336499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매달 광고비 선지불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364992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클릭한 사람 (방문 보장 없음)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3364992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수. 매출 연결은 모름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85800" y="39319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968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전단·현수막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017520" y="396849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제작비 선지불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96849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549640" y="3968496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85800" y="4535424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8640" y="4535424"/>
            <a:ext cx="11094415" cy="603504"/>
          </a:xfrm>
          <a:prstGeom prst="roundRect">
            <a:avLst>
              <a:gd name="adj" fmla="val 1515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457200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017520" y="45720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수수료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5943600" y="457200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결제까지 마친 손님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549640" y="4572000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팔리고 몇 명 왔는지 숫자로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85800" y="5495544"/>
            <a:ext cx="10820095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1005840" y="5495544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밥을 공짜로 드리고 후기를 받습니다. </a:t>
            </a:r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돈을 내고 옵니다. 후기는 그 다음에 따라옵니다.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여기는 손님이 돈을 내고 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팔리는 실제 상품 (치즈돈가스 2인 세트)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89504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(할인율은 사장님이 정함)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89504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28269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310128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310128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−1,650원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730752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730752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 부담)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05840" y="4123944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5840" y="4151376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4151376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14,850원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" y="4754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한 팀에 나가는 무료 식사값이면, 유어딜에선 돈 내는 손님이 옵니다. 그 손님이 몇 명인지, 언제 왔는지, 얼마를 썼는지가 매장 화면에 그대로 남습니다. "효과가 있었나?"를 감으로 판단할 필요가 없습니다.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21031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221992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086600" y="21031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결제가 먼저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7086600" y="24871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후기 약속이 아니라 매출입니다.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446520" y="34747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3593592"/>
            <a:ext cx="219456" cy="219456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086600" y="34747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 손실 0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7086600" y="38587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것만 정산 대상입니다.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446520" y="48463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965192"/>
            <a:ext cx="219456" cy="21945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086600" y="48463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손해 보는 구조를 만들 수 없음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7086600" y="52303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할인율, 수량, 유효기간 전부 사장님이 정합니다.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올리시면, 파는 건 저희가 열심히 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108200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등록만 하면 유어딜 홈 인기 목록, 지도의 내 주변 이용권, 검색과 카카오톡 공유 카드, 영상 아래 구매 버튼, 네 곳에 자동으로 뜹니다. 그리고 저희에겐 파는 사람들이 있습니다. 유어딜이 확보한 크리에이터 풀, 유튜버 18,170명과 네이버 블로거 172,755명(2026년 9월 기준)에게 사장님의 이용권 판매를 제안합니다. 그 링크로 팔린 것에만 소개비가 나가고, 미리 주는 돈은 없습니다.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81635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노출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30906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43" y="3181015"/>
            <a:ext cx="166787" cy="1667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61288" y="30906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인기 목록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85800" y="35478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143" y="3638215"/>
            <a:ext cx="166787" cy="16678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61288" y="35478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지도의 내 주변 이용권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85800" y="40050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143" y="4095415"/>
            <a:ext cx="166787" cy="16678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61288" y="40050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검색과 카카오톡 공유 카드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685800" y="44622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143" y="4552615"/>
            <a:ext cx="166787" cy="16678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161288" y="44622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버튼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685800" y="4974336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파는 사람들</a:t>
            </a:r>
            <a:endParaRPr lang="en-US" sz="1000" dirty="0"/>
          </a:p>
        </p:txBody>
      </p:sp>
      <p:sp>
        <p:nvSpPr>
          <p:cNvPr id="21" name="Text 14"/>
          <p:cNvSpPr txBox="1"/>
          <p:nvPr/>
        </p:nvSpPr>
        <p:spPr>
          <a:xfrm>
            <a:off x="685800" y="5248656"/>
            <a:ext cx="2311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유튜버</a:t>
            </a:r>
            <a:endParaRPr lang="en-US" sz="1150" dirty="0"/>
          </a:p>
        </p:txBody>
      </p:sp>
      <p:sp>
        <p:nvSpPr>
          <p:cNvPr id="22" name="Text 15"/>
          <p:cNvSpPr txBox="1"/>
          <p:nvPr/>
        </p:nvSpPr>
        <p:spPr>
          <a:xfrm>
            <a:off x="2672334" y="5248656"/>
            <a:ext cx="16253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18,170명</a:t>
            </a:r>
            <a:endParaRPr lang="en-US" sz="1200" dirty="0"/>
          </a:p>
        </p:txBody>
      </p:sp>
      <p:sp>
        <p:nvSpPr>
          <p:cNvPr id="23" name="Text 16"/>
          <p:cNvSpPr txBox="1"/>
          <p:nvPr/>
        </p:nvSpPr>
        <p:spPr>
          <a:xfrm>
            <a:off x="685800" y="5541264"/>
            <a:ext cx="2311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블로거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2672334" y="5541264"/>
            <a:ext cx="16253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172,755명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685800" y="5806440"/>
            <a:ext cx="3611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85800" y="5833872"/>
            <a:ext cx="2311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나가는 홍보비</a:t>
            </a:r>
            <a:endParaRPr lang="en-US" sz="1150" dirty="0"/>
          </a:p>
        </p:txBody>
      </p:sp>
      <p:sp>
        <p:nvSpPr>
          <p:cNvPr id="27" name="Text 20"/>
          <p:cNvSpPr txBox="1"/>
          <p:nvPr/>
        </p:nvSpPr>
        <p:spPr>
          <a:xfrm>
            <a:off x="2672334" y="5833872"/>
            <a:ext cx="16253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4636008" y="2761488"/>
            <a:ext cx="6943039" cy="3162288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2834640"/>
            <a:ext cx="6796735" cy="3015984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4709160" y="6051792"/>
            <a:ext cx="6796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크리에이터 풀 관리 화면 (실제 화면, 연락처는 가렸습니다)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식으로도 쓰십니다.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07532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19659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한가한 요일과 시간을 팝니다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280160" y="227685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"평일 점심에만 사용 가능" 조건을 걸 수 있습니다. 바쁜 주말 말고 비는 화요일 점심을 할인가로 채우는 겁니다. 빈 테이블은 어차피 0원이니, 할인해서 채우면 전부 더 번 돈입니다.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85800" y="281635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2925714"/>
            <a:ext cx="201900" cy="2019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8163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메뉴를 숫자로 테스트합니다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312724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메뉴를 30장 한정으로 올려보세요. 팔리는 속도가 곧 반응입니다.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685800" y="3666744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3776106"/>
            <a:ext cx="201900" cy="2019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366674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단골에게 먼저 팝니다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1280160" y="3977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이용권마다 링크가 생깁니다. 단골 단톡방, 가게 인스타에 올리면 그게 광고비 0원짜리 내 판매 채널입니다.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685800" y="4517136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626498"/>
            <a:ext cx="201900" cy="2019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280160" y="45171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지나가는 손님도 놓치지 않습니다</a:t>
            </a:r>
            <a:endParaRPr lang="en-US" sz="1400" dirty="0"/>
          </a:p>
        </p:txBody>
      </p:sp>
      <p:sp>
        <p:nvSpPr>
          <p:cNvPr id="21" name="Text 14"/>
          <p:cNvSpPr txBox="1"/>
          <p:nvPr/>
        </p:nvSpPr>
        <p:spPr>
          <a:xfrm>
            <a:off x="1280160" y="482803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 주소를 QR 로 만들어 테이블과 간판에 붙입니다. "다음에 올게요" 하던 손님이 다음을 미리 결제하고 갑니다.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685800" y="5367528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162" y="5476890"/>
            <a:ext cx="201900" cy="201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80160" y="53675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후기는 저절로 쌓입니다</a:t>
            </a:r>
            <a:endParaRPr lang="en-US" sz="1400" dirty="0"/>
          </a:p>
        </p:txBody>
      </p:sp>
      <p:sp>
        <p:nvSpPr>
          <p:cNvPr id="25" name="Text 17"/>
          <p:cNvSpPr txBox="1"/>
          <p:nvPr/>
        </p:nvSpPr>
        <p:spPr>
          <a:xfrm>
            <a:off x="1280160" y="567842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 손님에게 유어딜이 포인트를 드립니다. 사장님 돈이 아닙니다.</a:t>
            </a:r>
            <a:endParaRPr lang="en-US" sz="105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이용권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묻는 질문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305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안 오면요?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44144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쓴 이용권만 정산하니까 손실이 없습니다. 예약이 아니라 재료를 미리 준비할 필요도 없습니다.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0" y="196596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828032" y="21305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환불해 달라고 하면요?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244144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환불은 유어딜과 토스가 처리합니다. 사장님은 그 사이에 서지 않습니다.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85800" y="329184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41832" y="345643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 지난 건요?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941832" y="376732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손님에게 100% 환불합니다.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0" y="329184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28032" y="345643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장으로 두 번 쓰려고 하면요?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376732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은 한 번 찍히면 끝. 같은 코드가 두 번 통과하지 않습니다.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85800" y="461772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41832" y="478231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배달앱이랑 같이 써도 되나요?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941832" y="509320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독점 요구도 계약 기간도 없습니다.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0" y="461772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828032" y="478231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많이 팔리면요?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509320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 상한을 두면 그만큼만 팔립니다.</a:t>
            </a:r>
            <a:endParaRPr lang="en-US" sz="10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사용 안내와 환불 조건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등록은 10분. 막히면 저희가 대신 해드립니다.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이게 전부입니다. 포스 연동도, 단말기도, 직원 교육도 필요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48716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487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4688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카카오 로그인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7797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가입이 없습니다.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236976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236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21868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52958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주소와 전화번호가 자동으로 채워집니다.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986784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986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9684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2793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직접 확인하고 승인 문자를 드립니다. 그날부터 판매가 시작됩니다.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809744"/>
            <a:ext cx="5440680" cy="1417320"/>
          </a:xfrm>
          <a:prstGeom prst="roundRect">
            <a:avLst>
              <a:gd name="adj" fmla="val 903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60120" y="4946904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폰이 익숙하지 않으셔도 괜찮습니다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5248656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채널로 말씀 주시면 등록부터 첫 이용권 올리는 것까지 전화로 같이 하거나, 저희가 대신 만들어 드립니다.</a:t>
            </a:r>
            <a:endParaRPr lang="en-US" sz="105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75" y="1576495"/>
            <a:ext cx="2392539" cy="457368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17220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05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665" y="1576495"/>
            <a:ext cx="2392539" cy="4573689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65449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 화면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사장님은 장사만 하세요. 나머지는 알아서 돌아갑니다.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860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39536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22860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폰으로 QR 한 번 찍기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260604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하실 일은 이게 전부입니다.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1089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429000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이용권만 모아 매주 등록 계좌로 들어옵니다. 수수료 뗀 금액 그대로, 별도 정산 수수료 없이. 얼마 팔렸고 얼마 들어올지는 매장 화면에 항상 떠 있어서 궁금해서 전화하실 일이 없습니다. 어떤 이용권이 언제 많이 팔리는지도 보입니다. 다음 이용권을 뭘로 올릴지, 숫자가 알려줍니다.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46177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바꾸고 싶을 때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937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가격, 수량, 유효기간은 언제든 수정, 바쁘면 판매 중지. 계약 기간이 없으니 그만두는 것도 사장님 마음입니다.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85800" y="5486400"/>
            <a:ext cx="7315200" cy="685800"/>
          </a:xfrm>
          <a:prstGeom prst="roundRect">
            <a:avLst>
              <a:gd name="adj" fmla="val 186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60120" y="548640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사장님 본인만 바꿀 수 있습니다. </a:t>
            </a:r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운영을 누구에게 맡겨도.</a:t>
            </a:r>
            <a:endParaRPr lang="en-US" sz="12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일단 메뉴 하나만 올려보세요.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6949440" cy="1783080"/>
          </a:xfrm>
          <a:prstGeom prst="roundRect">
            <a:avLst>
              <a:gd name="adj" fmla="val 717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0574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없고, 계약 기간도 없고, 안 팔리면 나가는 돈도 없습니다. 제일 자신 있는 메뉴 하나로 시작해서, 맞는다 싶으면 늘리고 아니면 내리면 됩니다.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0175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시작이 어려우시면 카카오톡으로 "등록 도와주세요" 한 마디만 남겨 주세요. 사람이 답합니다.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0233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85800" y="43434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343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43251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43251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카카오로 로그인합니다.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494690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494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143000" y="49286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(10분)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4928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 에서 내 가게를 찾고 등록증 사진을 올립니다.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85800" y="555040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5550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5532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올리기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520440" y="5532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문자를 받으면 메뉴 하나를 올립니다. 그날부터 팔립니다.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29600" y="1965960"/>
            <a:ext cx="3276295" cy="4023360"/>
          </a:xfrm>
          <a:prstGeom prst="roundRect">
            <a:avLst>
              <a:gd name="adj" fmla="val 3907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49640" y="224028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</a:t>
            </a:r>
            <a:endParaRPr lang="en-US" sz="11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734056"/>
            <a:ext cx="237744" cy="23774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915400" y="269748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8915400" y="300837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95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3511296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15400" y="347472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300" dirty="0"/>
          </a:p>
        </p:txBody>
      </p:sp>
      <p:sp>
        <p:nvSpPr>
          <p:cNvPr id="29" name="Text 24"/>
          <p:cNvSpPr txBox="1"/>
          <p:nvPr/>
        </p:nvSpPr>
        <p:spPr>
          <a:xfrm>
            <a:off x="8915400" y="378561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상담. "등록 도와주세요"</a:t>
            </a:r>
            <a:endParaRPr lang="en-US" sz="95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4288536"/>
            <a:ext cx="237744" cy="23774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915400" y="425196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8915400" y="456285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950" dirty="0"/>
          </a:p>
        </p:txBody>
      </p:sp>
      <p:sp>
        <p:nvSpPr>
          <p:cNvPr id="33" name="Text 27"/>
          <p:cNvSpPr txBox="1"/>
          <p:nvPr/>
        </p:nvSpPr>
        <p:spPr>
          <a:xfrm>
            <a:off x="8549640" y="54864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2026-09-14T06:28:02Z</dcterms:created>
  <dcterms:modified xsi:type="dcterms:W3CDTF">2026-09-14T06:28:02Z</dcterms:modified>
</cp:coreProperties>
</file>