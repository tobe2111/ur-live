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 숫자: 직접 입점 10% / 중개 5% (fee-resolver.ts, 09-07 대표 확정). 0원: 가입비·월비·광고비 없음. 10분: 등록 마법사 4단계 + 이용권 1개.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제품 정의: urdeal-platform-model.md §1. 사용 처리: redemption-settings.ts (직원 QR 항상 · 셀프는 매장 확인코드 6자리). 정산: payouts-generate.ts (used 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캡처 4장: home / detail / use / shop. 가격은 매장이 정한 실제 판매가이며 캡처 시점 값.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직접 10% / 중개 5%: fee-resolver.ts + 09-07 대표 확정. 카드 수수료 약 2.75%: commission-budget.ts DEFAULT_PG_RESERVE_PCT (변동 가능 — 대표 09-13). 소개비·대행사 보수는 매장 몫 안에서 매장이 정함(store-operator-model.md §7).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 (홍대돈까스, 라이브 유일의 실제 매장 이용권) 09-13 실측: 정가 25,000 / 판매가 16,500. 재료비 35% 는 가정. 환불: auto-settlement.ts handleExpiredVoucherRefunds (만료 시 100%).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StoreRegisterModal.tsx 4단계(09-07 마법사). 승인은 사람이 한다(seller-stores.routes.ts:401 자동 승인 없음). 사업자번호 선택. 채널 선택이 수수료를 정함.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 /:code/use-by-seller(직원 QR) · /:code/use(확인코드). 리뷰 보너스 1,000딜 유어딜 부담: review-bonus-funding.ts.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만료 자동 환불: auto-settlement.ts handleExpiredVoucherRefunds (100%, 카드는 토스 취소). QR CAS: group-buy-voucher.routes.ts. 확인코드는 매장만(RedeemHowTo.tsx 문구와 동일).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payouts-generate.ts: 매주 월요일 cron, 최소 10,000원, 승인·송금은 어드민(사람). 계좌 변경 owner 전용 + PIN(seller-profile.routes.ts).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인플루언서 DB 201,471 / 연락 가능 46,220 (09-13 /api/admin/ads/influencer-pool/stats). 딜 커미션은 매장 제안 %·매장 부담·상한 없음(Q2-1). 리뷰 보너스 1,000딜 유어딜 부담(게이트 OFF). 유어쇼츠 라이브(홈 레일).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seller-operators.ts · store-operator-model.md §7.7: 계좌 변경·사업자정보·탈퇴·운영자 관리 403, 마스킹, 정산 내역은 합류 이후분만. 중개 경유 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정직 고지: 09-13 실측(활성 337, 실제 매장 1). 연락처는 대표 지정값. 등록 링크 /store/new (ProtectedRoute requireUser).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32588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</a:t>
            </a:r>
            <a:endParaRPr lang="en-US" sz="5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0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냅니다.</a:t>
            </a:r>
            <a:endParaRPr lang="en-US" sz="5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52044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월비도 광고비도 없습니다. 손님이 온라인에서 할인가로 미리 사고, 가게에 와서 QR 로 씁니다. 사장님은 팔린 이용권에만 수수료를 냅니다.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572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230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수수료. 직접 등록 기준,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경유는 5%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4572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5230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가입비, 월 이용료,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선불 광고비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166360" y="4572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5230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등록. 카카오맵에서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가게 찾기부터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85800" y="89611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사장님 안내 · 2026-09-13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배달앱이 아닙니다. 손님이 가게에 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745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동네 가게의 이용권을 온라인에서 할인가로 미리 파는 곳입니다. 배송도 배달도 없습니다. 손님은 결제한 이용권을 들고 가게에 와서 QR 로 씁니다.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7889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89828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27889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31089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식사, 뷰티, 숙박, 액티비티. 메뉴 하나든 세트든 사장님이 정한 할인가로 올립니다.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368503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3794394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36850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온라인에서 미리 팝니다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40050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손님은 홈과 지도, 검색에서 찾아 토스로 결제합니다. 결제 즉시 이용권이 손님 폰에 발급됩니다.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85800" y="4581144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690506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458114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가게에 와서 씁니다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1280160" y="49011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직원이 손님 QR 을 찍거나, 손님이 매장 확인코드를 입력하면 사용 처리됩니다. 택배도 반품도 없습니다.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85800" y="547725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5586618"/>
            <a:ext cx="201900" cy="2019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280160" y="547725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것만 정산됩니다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1280160" y="579729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이용권만 매주 정산 대상이 됩니다. 노쇼로 손해 보는 구조가 아닙니다.</a:t>
            </a:r>
            <a:endParaRPr lang="en-US" sz="11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5642" y="847562"/>
            <a:ext cx="2892080" cy="552863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229600" y="627278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겪는 순서는 네 화면이 전부입니다.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urdeal.kr 에서 그대로 캡처한 화면입니다. 앱 설치나 회원가입을 강요하는 구간은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1177211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77211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50" y="2693890"/>
            <a:ext cx="1630082" cy="31161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0040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찾기: 홈에서 동네 이용권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34382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334382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221" y="2693890"/>
            <a:ext cx="1630082" cy="31161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477211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결제: 정가와 할인가를 함께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7491553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91553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9392" y="2693890"/>
            <a:ext cx="1630082" cy="31161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34382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발급: 결제 즉시 내 이용권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10648724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10648724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564" y="2693890"/>
            <a:ext cx="1630082" cy="31161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791554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사용: 매장에서 QR 또는 확인코드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이렇게 갈립니다. 유어딜은 10%에서 끝납니다.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숨은 비용이 있으면 여기서 보여야 합니다.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처리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10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90%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3" name="Text 17"/>
          <p:cNvSpPr txBox="1"/>
          <p:nvPr/>
        </p:nvSpPr>
        <p:spPr>
          <a:xfrm>
            <a:off x="315468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2.75%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017520" y="37490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결제 수수료.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자기 몫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 정책에 따라 바뀔 수 있습니다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562356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0" y="37490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등록한 매장.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대행사를 통해 등록하면 5%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8092440" y="3419856"/>
            <a:ext cx="3413455" cy="1481328"/>
          </a:xfrm>
          <a:prstGeom prst="roundRect">
            <a:avLst>
              <a:gd name="adj" fmla="val 864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321040" y="3547872"/>
            <a:ext cx="2956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90%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8321040" y="384048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더 나가는 것은 사장님이 직접 정한 것뿐입니다. 소개해 준 사람에게 줄 소개비 %, 대행사에 맡겼다면 그 보수. 둘 다 안 정하면 0 입니다.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68580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Text 27"/>
          <p:cNvSpPr txBox="1"/>
          <p:nvPr/>
        </p:nvSpPr>
        <p:spPr>
          <a:xfrm>
            <a:off x="91440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흔한 오해</a:t>
            </a:r>
            <a:endParaRPr lang="en-US" sz="1150" dirty="0"/>
          </a:p>
        </p:txBody>
      </p:sp>
      <p:sp>
        <p:nvSpPr>
          <p:cNvPr id="34" name="Text 28"/>
          <p:cNvSpPr txBox="1"/>
          <p:nvPr/>
        </p:nvSpPr>
        <p:spPr>
          <a:xfrm>
            <a:off x="91440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"수수료 말고도 카드비, 정산 수수료, 입점비가 따로 붙을 것이다."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461772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6" name="Text 30"/>
          <p:cNvSpPr txBox="1"/>
          <p:nvPr/>
        </p:nvSpPr>
        <p:spPr>
          <a:xfrm>
            <a:off x="484632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484632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카드비는 유어딜이 자기 몫에서 냅니다. 정산 수수료, 입점비, 월비, 광고비는 없습니다. 사장님이 내는 것은 팔린 이용권의 10% 하나입니다.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685800" y="5998464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팔리면 0원입니다. 수수료는 손님이 결제한 이용권에만 붙습니다.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장이 팔리면 사장님께 얼마가 남는지, 실제 상품으로 계산했습니다.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유어딜에서 팔리고 있는 이용권 (치즈돈가스 2인 세트)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62072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(34% 할인, 사장님이 정한 값)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62072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227832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255264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255264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1,650원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648456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648456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 부담)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05840" y="401421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041648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 들어오는 돈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404164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" y="4434840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621024" y="4434840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5,775원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1005840" y="4800600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05840" y="4828032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돈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3621024" y="4828032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9,075원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005840" y="53309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없이 온 새 손님 한 명당 9,075원이 남습니다. 안 팔리면 0원이고, 수수료는 팔린 뒤에만 나갑니다. 재료비 35%는 가정이니 사장님 숫자로 바꿔 보세요.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29" name="Text 25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3" name="Text 28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 올리고, 할인율도 수량도 유효기간도 직접 정합니다. 손해 보는 구조를 만들 수 없습니다.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37" name="Text 31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QR 을 찍은 이용권만 주 단위로 계좌에 들어옵니다.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환불</a:t>
            </a:r>
            <a:endParaRPr lang="en-US" sz="1350" dirty="0"/>
          </a:p>
        </p:txBody>
      </p:sp>
      <p:sp>
        <p:nvSpPr>
          <p:cNvPr id="41" name="Text 34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유효기간이 지나도 안 쓴 이용권은 유어딜이 손님에게 100% 환불합니다. 사장님이 처리할 일이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등록은 질문 네 개입니다. 10분이면 첫 이용권까지 올라갑니다.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 뒤 urdeal.kr/store/new 에서 시작합니다. 포스 연동도, 단말기도, 직원 교육도 필요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67004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670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6517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매장을 찾아주세요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96265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검색하면 주소와 전화번호가 자동으로 채워집니다.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40156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401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3832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전화번호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69417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승인, 사용 문의, 정산 확인 때 연락드릴 번호입니다.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413308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4133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4114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매장, 누가 운영하나요?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42569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"내 가게에요" 또는 "중개·대행사에요". 이 선택이 수수료(10% / 5%)를 정합니다.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86460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4864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48463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사업자등록증을 올려주세요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515721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한 장이면 됩니다. 유어딜 담당자가 직접 확인하고 승인합니다.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5321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승인이 나면 이용권 등록으로 이어집니다. 메뉴 이름, 정가, 판매가, 수량, 유효기간을 넣으면 판매가 시작됩니다. 사업자번호는 나중에 넣어도 됩니다.</a:t>
            </a:r>
            <a:endParaRPr lang="en-US" sz="10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75" y="1576495"/>
            <a:ext cx="2392539" cy="4573689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617220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1단계: 카카오맵에서 내 가게 찾기</a:t>
            </a:r>
            <a:endParaRPr lang="en-US" sz="10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665" y="1576495"/>
            <a:ext cx="2392539" cy="4573689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65449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3단계: 누가 운영하나요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다음 할 일은 셋입니다. 다 합쳐 일주일에 10분입니다.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205740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17627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05740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 을 찍는다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325880" y="242316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폰을 내밀면 매장 폰으로 QR 을 찍습니다. 스캔이 어려우면 매장 확인코드 6자리를 알려 주면 손님이 직접 입력합니다. 집에서 미리 쓸 수 없게 코드는 매장에서만 알려 줍니다.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85800" y="326440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383280"/>
            <a:ext cx="219456" cy="21945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25880" y="3264408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정산을 확인한다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325880" y="36301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팔린 것, 사용된 것, 정산 예정 금액이 매장 관리 화면에 그대로 보입니다. 물어볼 일이 없습니다.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685800" y="447141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590288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325880" y="4471416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후기에 답한다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325880" y="4837176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남긴 후기에 답글을 달면 다음 손님이 봅니다. 첫 후기를 남긴 손님에게는 유어딜이 1,000딜을 드립니다.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685800" y="563270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바꾸고 싶으면 가격, 수량, 유효기간을 언제든 고칩니다. 잠시 쉬고 싶으면 판매를 멈추면 됩니다. 계약 기간이 없습니다.</a:t>
            </a:r>
            <a:endParaRPr lang="en-US" sz="10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922" y="847562"/>
            <a:ext cx="2892080" cy="552863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183880" y="627278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(예시 데이터로 렌더한 실제 화면)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사고가 나도 사장님 손에서 처리할 일이 없게 만들었습니다.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5272888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2860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9536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2322576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안 왔다 (노쇼)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283464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이용권만 정산되므로 사장님 손실은 0 입니다. 재료를 미리 준비할 필요도 없습니다. 이용권은 예약이 아니라 결제된 권리라, 손님이 오는 날 그때 준비하면 됩니다.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233008" y="2011680"/>
            <a:ext cx="5272888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07328" y="22860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690" y="239536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101688" y="2322576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유효기간이 지났다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6507328" y="283464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유효기간은 사장님이 정합니다. 지나면 미사용분은 유어딜이 손님에게 100% 자동 환불합니다. 사장님 계좌를 건드리지 않고, 사장님이 연락할 일도 없습니다.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85800" y="4023360"/>
            <a:ext cx="5272888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60120" y="4297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82" y="4407042"/>
            <a:ext cx="201900" cy="2019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54480" y="4334256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환불을 요구한다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960120" y="484632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결제와 환불은 유어딜과 토스가 처리합니다. 손님은 유어딜 고객센터로 오고, 사장님은 그 사이에 서지 않습니다. 이미 사용한 이용권은 환불되지 않습니다.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233008" y="4023360"/>
            <a:ext cx="5272888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07328" y="4297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6690" y="4407042"/>
            <a:ext cx="201900" cy="201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101688" y="4334256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두 번 쓰려 한다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6507328" y="484632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은 한 번 찍히면 즉시 사용 완료가 됩니다. 확인코드는 매장에서만 알려 주므로 집에서 미리 처리할 수 없습니다. 같은 코드가 두 번 통과하지 않습니다.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돈은 손님이 쓴 뒤 매주 들어옵니다.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결제됐다고 바로 정산되지 않습니다. 손님이 가게에서 실제로 쓴 이용권만 정산 대상이 됩니다. 그래서 노쇼가 손실이 되지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78892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2918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사용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84048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스캔 또는 확인코드 입력. 이 순간 정산 대상이 됩니다.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2862072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24912" y="278892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724912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24912" y="32918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월요일 정산 집계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2724912" y="384048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사용분을 모아 정산 내역을 만듭니다. 매장 관리 화면에 바로 보입니다.</a:t>
            </a:r>
            <a:endParaRPr lang="en-US" sz="10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862072"/>
            <a:ext cx="219456" cy="219456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764024" y="278892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764024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764024" y="32918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확인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4764024" y="384048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금액이 맞는지 사람이 확인합니다. 최소 정산 금액은 1만원이고, 못 미치면 다음 주로 이월됩니다.</a:t>
            </a:r>
            <a:endParaRPr lang="en-US" sz="10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862072"/>
            <a:ext cx="219456" cy="21945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803136" y="278892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03136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6803136" y="32918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등록한 계좌로 입금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803136" y="384048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수수료를 뺀 금액이 그대로 들어옵니다. 별도 정산 수수료는 없습니다.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85800" y="5166360"/>
            <a:ext cx="7863840" cy="960120"/>
          </a:xfrm>
          <a:prstGeom prst="roundRect">
            <a:avLst>
              <a:gd name="adj" fmla="val 13333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60120" y="5303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사장님만 바꿀 수 있습니다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5961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운영을 누구에게 맡겨도 계좌 변경은 사장님 본인만 할 수 있고, 변경할 때는 확인 절차를 한 번 더 거칩니다.</a:t>
            </a:r>
            <a:endParaRPr lang="en-US" sz="10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4282" y="847562"/>
            <a:ext cx="2892080" cy="552863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778240" y="627278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손님을 더 부르는 두 가지. 하나는 사장님이 고르고, 하나는 자동입니다.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512064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945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고르는 것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68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소개해 줄 사람에게 소개비 %를 정해 제안합니다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06324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맛집, 뷰티, 여행을 다루는 분들이 유어딜에 201,471명 모여 있고, 그중 46,220명에게 바로 제안을 보낼 수 있습니다. 사장님이 "이 이용권 팔아 주면 몇 %" 를 적어 제안하고, 그 사람이 수락하면 그 링크로 팔린 건에만 소개비가 나갑니다.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457200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45720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정함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9560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4956048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90% 안에서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34009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팔리면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474720" y="534009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제안하지 않으면 아무것도 나가지 않습니다.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126480" y="2011680"/>
            <a:ext cx="2971800" cy="4160520"/>
          </a:xfrm>
          <a:prstGeom prst="roundRect">
            <a:avLst>
              <a:gd name="adj" fmla="val 4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0800" y="2194560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자동으로 되는 것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24688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등록하면 네 곳에 바로 뜹니다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6400800" y="3108960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5898" y="3204058"/>
            <a:ext cx="175565" cy="17556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903720" y="312724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인기 이용권과 카테고리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400800" y="3675888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898" y="3770986"/>
            <a:ext cx="175565" cy="175565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903720" y="3694176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지도의 내 주변 이용권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400800" y="4242816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5898" y="4337914"/>
            <a:ext cx="175565" cy="17556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6903720" y="4261104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검색과 카카오톡 공유 카드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400800" y="4809744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898" y="4904842"/>
            <a:ext cx="175565" cy="17556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903720" y="482803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 (영상 아래 구매 버튼)</a:t>
            </a:r>
            <a:endParaRPr lang="en-US" sz="1100" dirty="0"/>
          </a:p>
        </p:txBody>
      </p:sp>
      <p:sp>
        <p:nvSpPr>
          <p:cNvPr id="32" name="Text 25"/>
          <p:cNvSpPr txBox="1"/>
          <p:nvPr/>
        </p:nvSpPr>
        <p:spPr>
          <a:xfrm>
            <a:off x="6400800" y="544068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후기를 남긴 손님에게 유어딜이 1,000딜을 드립니다. 사장님 부담 없이 후기가 쌓입니다.</a:t>
            </a:r>
            <a:endParaRPr lang="en-US" sz="1000" dirty="0"/>
          </a:p>
        </p:txBody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 찾기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바쁘면 맡기셔도 됩니다. 단, 통장은 아무도 못 건드립니다.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대행사나 직원에게 운영을 맡길 수 있습니다. 매장 관리 화면에서 그 사람의 유어딜 계정을 추가하면 끝이고, 언제든 회수할 수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맡긴 사람이 할 수 있는 일 / 없는 일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83464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88950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등록과 가격, 수량 변경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953512"/>
            <a:ext cx="182880" cy="1828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858000" y="288950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20040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22783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확인과 손님 QR 사용 처리</a:t>
            </a:r>
            <a:endParaRPr lang="en-US" sz="11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29184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0" y="322783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3538728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85800" y="356616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</a:t>
            </a:r>
            <a:endParaRPr lang="en-US" sz="11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630168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58000" y="35661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85800" y="3877056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390448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시작 이후 매출 보기</a:t>
            </a:r>
            <a:endParaRPr lang="en-US" sz="11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968496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0" y="390448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85800" y="4215384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24281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 변경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4306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424281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85800" y="4553712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8114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 정보 수정</a:t>
            </a:r>
            <a:endParaRPr lang="en-US" sz="1100" dirty="0"/>
          </a:p>
        </p:txBody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4645152"/>
            <a:ext cx="182880" cy="18288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58000" y="458114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685800" y="489204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491947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운영자 추가와 회수</a:t>
            </a:r>
            <a:endParaRPr lang="en-US" sz="1100" dirty="0"/>
          </a:p>
        </p:txBody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4983480"/>
            <a:ext cx="182880" cy="18288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58000" y="491947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36" name="Shape 26"/>
          <p:cNvSpPr/>
          <p:nvPr/>
        </p:nvSpPr>
        <p:spPr>
          <a:xfrm>
            <a:off x="685800" y="5230368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685800" y="525780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00" dirty="0"/>
          </a:p>
        </p:txBody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9400" y="5321808"/>
            <a:ext cx="182880" cy="18288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58000" y="525780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40" name="Shape 29"/>
          <p:cNvSpPr/>
          <p:nvPr/>
        </p:nvSpPr>
        <p:spPr>
          <a:xfrm>
            <a:off x="685800" y="5568696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0"/>
          <p:cNvSpPr txBox="1"/>
          <p:nvPr/>
        </p:nvSpPr>
        <p:spPr>
          <a:xfrm>
            <a:off x="685800" y="56692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맡긴 사람에게는 계좌 끝 4자리와 등록번호 끝 4자리, 대표자명 첫 글자만 보입니다. 회수하면 그 사람이 등록한 이용권과 주문 기록은 매장에 그대로 남습니다. 대행사를 통해 등록한 매장의 수수료는 5%입니다.</a:t>
            </a:r>
            <a:endParaRPr lang="en-US" sz="1000" dirty="0"/>
          </a:p>
        </p:txBody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19962" y="847562"/>
            <a:ext cx="2892080" cy="55286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8503920" y="627278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안내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시작하면 그 동네의 첫 매장입니다.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6949440" cy="1600200"/>
          </a:xfrm>
          <a:prstGeom prst="roundRect">
            <a:avLst>
              <a:gd name="adj" fmla="val 8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1305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정직하게 말씀드립니다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41448"/>
            <a:ext cx="640080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초기 서비스입니다. 2026-09-13 기준 판매 중인 이용권 337건 가운데 실제 매장이 등록한 것은 1건이고, 나머지는 시범 운영을 위한 예시입니다. 트래픽을 약속하는 대신 조건을 숫자로 먼저 공개합니다. 지금 들어오시는 매장이 그 지역과 카테고리의 첫 자리를 가져갑니다.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947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85800" y="41148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114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40965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40965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로그인합니다. 별도 가입이 없습니다.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473659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4736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143000" y="471830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(10분)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47183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 에서 질문 네 개에 답합니다.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85800" y="535838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5358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534009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올리기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534009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문자를 받으면 메뉴 하나를 올립니다. 그날부터 팔립니다.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0" y="1965960"/>
            <a:ext cx="3276295" cy="4023360"/>
          </a:xfrm>
          <a:prstGeom prst="roundRect">
            <a:avLst>
              <a:gd name="adj" fmla="val 3907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49640" y="22402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11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734056"/>
            <a:ext cx="237744" cy="23774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915400" y="269748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8915400" y="300837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95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3511296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15400" y="347472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8915400" y="378561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</a:t>
            </a:r>
            <a:endParaRPr lang="en-US" sz="95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288536"/>
            <a:ext cx="237744" cy="23774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915400" y="425196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8915400" y="456285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950" dirty="0"/>
          </a:p>
        </p:txBody>
      </p:sp>
      <p:sp>
        <p:nvSpPr>
          <p:cNvPr id="33" name="Text 27"/>
          <p:cNvSpPr txBox="1"/>
          <p:nvPr/>
        </p:nvSpPr>
        <p:spPr>
          <a:xfrm>
            <a:off x="8549640" y="54864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2026-09-13T14:53:14Z</dcterms:created>
  <dcterms:modified xsi:type="dcterms:W3CDTF">2026-09-13T14:53:14Z</dcterms:modified>
</cp:coreProperties>
</file>