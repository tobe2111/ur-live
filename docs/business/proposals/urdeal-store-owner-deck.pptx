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09-14 대표 "체험단, 할 만큼 해보셨잖아요" 는 어조가 예의 있지 않다 → 같은 대비를 정중하게.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실측: 정가 25,000 / 판매가 16,500 → 수수료 1,650 → 입금 14,850. 카드 수수료(현재 약 2.75%, 변동 가능)는 유어딜 부담. 월 판매 시나리오와 업종 평균가 표는 상세판 5장.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크리에이터 풀: /api/admin/ads/influencer-pool/stats 2026-09-13 실측 youtube 18,170 / naver_blog 172,755. 오른쪽은 /admin/influencer-pool 데스크톱 캡처(capture-admin-shots.mjs — 이메일·IG·TT 블러, 아바타는 외부 CDN 차단이라 중립 원). 소개비: 매장 제안 %·매장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조건 프리셋: voucher-usage-conditions.ts (평일만 / 점심시간 11~15시 등). 수량 한정: 상품 필드. 이용권별 링크·카톡 공유: /group-buy/:id OG. 매장 QR: 매장 페이지 주소를 QR 로 만드는 것(전용 포스터 기능은 없음 — 그래서 "주소를 QR 로 만들어"로 적음). 리뷰 보너스 1,000딜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 판매 추이: 셀러 대시보드 daily_revenue + 상품별 판매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연락처는 대표 지정값. "사람이 답합니다"는 운영 약속 — 카카오 채널 응대가 실제로 붙어 있어야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말고,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계산하는 손님을 부르는 방법입니다.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식사를 내드리고 후기를 받는 대신, 손님이 먼저 결제하고 가게에 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개를 받으려고 무료 식사를 내드리고 대행비를 먼저 보내는 방식은, 이제 안 하셔도 됩니다.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유어딜 홈 인기 목록, 지도의 내 주변 이용권, 검색과 카카오톡 공유 카드, 영상 아래 구매 버튼, 네 곳에 자동으로 뜹니다. 그리고 저희에겐 파는 사람들이 있습니다. 유어딜이 확보한 크리에이터 풀, 유튜버 18,170명과 네이버 블로거 172,755명(2026년 9월 기준)에게 사장님의 이용권 판매를 제안합니다. 그 링크로 팔린 것에만 소개비가 나가고, 미리 주는 돈은 없습니다.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8163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30906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81015"/>
            <a:ext cx="166787" cy="166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61288" y="30906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85800" y="35478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638215"/>
            <a:ext cx="166787" cy="1667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61288" y="35478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85800" y="40050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095415"/>
            <a:ext cx="166787" cy="16678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61288" y="40050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85800" y="44622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552615"/>
            <a:ext cx="166787" cy="16678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61288" y="44622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685800" y="497433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파는 사람들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685800" y="5248656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유튜버</a:t>
            </a:r>
            <a:endParaRPr lang="en-US" sz="1150" dirty="0"/>
          </a:p>
        </p:txBody>
      </p:sp>
      <p:sp>
        <p:nvSpPr>
          <p:cNvPr id="22" name="Text 15"/>
          <p:cNvSpPr txBox="1"/>
          <p:nvPr/>
        </p:nvSpPr>
        <p:spPr>
          <a:xfrm>
            <a:off x="2672334" y="5248656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" y="5541264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블로거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2672334" y="5541264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685800" y="5806440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" y="5833872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홍보비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2672334" y="5833872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4636008" y="2761488"/>
            <a:ext cx="6943039" cy="3162288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834640"/>
            <a:ext cx="6796735" cy="301598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709160" y="6051792"/>
            <a:ext cx="6796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크리에이터 풀 관리 화면 (실제 화면, 연락처는 가렸습니다)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식으로도 쓰십니다.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07532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965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요일과 시간을 팝니다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2276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 가능" 조건을 걸 수 있습니다. 바쁜 주말 말고 비는 화요일 점심을 할인가로 채우는 겁니다. 빈 테이블은 어차피 0원이니, 할인해서 채우면 전부 더 번 돈입니다.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85800" y="281635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2925714"/>
            <a:ext cx="201900" cy="201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16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숫자로 테스트합니다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30장 한정으로 올려보세요. 팔리는 속도가 곧 반응입니다.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85800" y="36667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76106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6667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단골에게 먼저 팝니다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생깁니다. 단골 단톡방, 가게 인스타에 올리면 그게 광고비 0원짜리 내 판매 채널입니다.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85800" y="451713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6264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지나가는 손님도 놓치지 않습니다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280160" y="48280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만들어 테이블과 간판에 붙입니다. "다음에 올게요" 하던 손님이 다음을 미리 결제하고 갑니다.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685800" y="536752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162" y="5476890"/>
            <a:ext cx="201900" cy="201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367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저절로 쌓입니다</a:t>
            </a:r>
            <a:endParaRPr lang="en-US" sz="1400" dirty="0"/>
          </a:p>
        </p:txBody>
      </p:sp>
      <p:sp>
        <p:nvSpPr>
          <p:cNvPr id="25" name="Text 17"/>
          <p:cNvSpPr txBox="1"/>
          <p:nvPr/>
        </p:nvSpPr>
        <p:spPr>
          <a:xfrm>
            <a:off x="1280160" y="5678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 손님에게 유어딜이 포인트를 드립니다. 사장님 돈이 아닙니다.</a:t>
            </a:r>
            <a:endParaRPr lang="en-US" sz="10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이용권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 재료를 미리 준비할 필요도 없습니다.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끝. 같은 코드가 두 번 통과하지 않습니다.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배달앱이랑 같이 써도 되나요?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요구도 계약 기간도 없습니다.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 상한을 두면 그만큼만 팔립니다.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524865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86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6060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하실 일은 이게 전부입니다.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108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42900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수수료 뗀 금액 그대로, 별도 정산 수수료 없이. 얼마 팔렸고 얼마 들어올지는 매장 화면에 항상 떠 있어서 궁금해서 전화하실 일이 없습니다. 어떤 이용권이 언제 많이 팔리는지도 보입니다. 다음 이용권을 뭘로 올릴지, 숫자가 알려줍니다.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937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수정, 바쁘면 판매 중지. 계약 기간이 없으니 그만두는 것도 사장님 마음입니다.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85800" y="5486400"/>
            <a:ext cx="7315200" cy="685800"/>
          </a:xfrm>
          <a:prstGeom prst="roundRect">
            <a:avLst>
              <a:gd name="adj" fmla="val 18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57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2026-09-14T07:32:59Z</dcterms:created>
  <dcterms:modified xsi:type="dcterms:W3CDTF">2026-09-14T07:32:59Z</dcterms:modified>
</cp:coreProperties>
</file>