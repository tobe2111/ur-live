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10%: 직접 등록 기준(fee-resolver.ts, 09-07 대표 확정. 대행사 경유는 5% — 사장님 덱에서는 단순화해 10% 하나만). 0원: 가입비·월비·광고비 없음. 90%: 사장님 몫.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체험단·광고를 깎아내리지 않고 "돈이 나가는 시점"과 "측정 가능성"만 비교한다(사실 비교라 반박 여지 없음). 성과 수치는 실측 전이라 전부 배제.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2888(홍대돈까스, 라이브 유일의 실제 매장 이용권) 09-13 실측: 정가 25,000 / 판매가 16,500. 카드 수수료(현재 약 2.75%, 변동 가능)는 유어딜 부담. 정산은 used 만(payouts-generate.ts).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소개비: 매장 제안 %, 매장 부담 — 대표 지시로 %·풀 규모 숫자는 넣지 않는다. 리뷰 보너스 1,000딜 유어딜 부담(review-bonus-funding.ts) — 문서엔 "포인트"로만.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handleExpiredVoucherRefunds (100%). QR CAS: group-buy-voucher.routes.ts. 확인코드는 매장만(RedeemHowTo.tsx). 독점·계약기간 없음(코드 제약 0).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4단계(09-07 마법사). 승인은 사람(seller-stores.routes.ts 자동 승인 없음). 사업자번호 선택. 대리 등록 매장의 사장님 입구는 /store/find (StoreOwnerClaimPage).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 /:code/use-by-seller(직원 QR) · /:code/use(확인코드). payouts-generate.ts: 매주 월요일, 최소 10,000원(못 미치면 이월), 승인·송금은 사람. 계좌 변경 owner 전용(seller-profile.routes.ts).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정직 고지(수치 없이): 09-13 실측 활성 337 중 실제 매장 1. 연락처는 대표 지정값. 상인회장에게는 1·2·3·5·8장 다섯 장만 추려도 완결.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89611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 소개 · 2026-09-13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23444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냅니다.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06324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가게 이용권을 온라인에서 미리 파는 곳입니다. "한우 런치 2인", "커트+클리닉". 사장님이 정한 메뉴를 사장님이 정한 할인가로 올리면, 손님이 먼저 결제하고 이용권을 들고 가게로 옵니다.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95020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광고를 파는 게 아니라 사장님의 상품을 팝니다. 그래서 미리 내는 돈이 없고, 팔린 이용권에만 수수료를 냅니다.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321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전부.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 0원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2926080" y="5321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월비,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선불 광고비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5166360" y="5321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 중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가게 홍보는 순서가 거꾸로였습니다.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 제공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전부 숫자로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85800" y="5495544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" y="5495544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홍보비가 아니라 매출입니다.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유어딜에서 팔리고 있는 실제 상품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9504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8269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310128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31012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30752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73075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12394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151376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 들어오는 돈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15137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754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유어딜에선 돈 내는 손님이 옵니다. 그 손님이 몇 명인지, 언제 왔는지, 얼마를 썼는지가 매장 관리 화면에 그대로 남습니다. "효과가 있었나?"를 감으로 판단할 필요가 없습니다.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21992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86600" y="21031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086600" y="24871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 손님이 결제를 마친 뒤에 가게에 옵니다.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46520" y="34747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593592"/>
            <a:ext cx="219456" cy="21945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086600" y="34747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8587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 예약이 아니라서 재료를 미리 준비할 일도 없습니다.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446520" y="4846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965192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86600" y="48463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7086600" y="52303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 남는 메뉴만, 남는 만큼만 올리면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올려두면 네 곳에 뜹니다. 알리는 건 저희 일입니다.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07492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60120" y="2560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791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00200" y="257860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이용권과 카테고리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960120" y="327355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3392424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지도에서 "내 주변 이용권"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960120" y="398678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" y="4105656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400507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960120" y="470001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4818888"/>
            <a:ext cx="219456" cy="21945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00200" y="471830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콘텐츠 아래 구매 버튼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960120" y="5440680"/>
            <a:ext cx="4526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960120" y="553212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콘텐츠를 만들 필요가 없습니다. 등록만 하면 노출은 유어딜이 맡습니다.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6080760" y="1965960"/>
            <a:ext cx="31546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55080" y="2194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442" y="2303922"/>
            <a:ext cx="201900" cy="2019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03720" y="22402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주는 사람들</a:t>
            </a:r>
            <a:endParaRPr lang="en-US" sz="1350" dirty="0"/>
          </a:p>
        </p:txBody>
      </p:sp>
      <p:sp>
        <p:nvSpPr>
          <p:cNvPr id="26" name="Text 18"/>
          <p:cNvSpPr txBox="1"/>
          <p:nvPr/>
        </p:nvSpPr>
        <p:spPr>
          <a:xfrm>
            <a:off x="6355080" y="269748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 콘텐츠를 만드는 사람들이 이용권을 소개하면, 그 링크로 팔린 것에만 소개비가 나가는 구조도 있습니다. 이것도 팔린 뒤에만입니다.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6080760" y="4160520"/>
            <a:ext cx="3154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6355080" y="43891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442" y="4498482"/>
            <a:ext cx="201900" cy="2019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903720" y="44348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유어딜이 모읍니다</a:t>
            </a:r>
            <a:endParaRPr lang="en-US" sz="1350" dirty="0"/>
          </a:p>
        </p:txBody>
      </p:sp>
      <p:sp>
        <p:nvSpPr>
          <p:cNvPr id="31" name="Text 22"/>
          <p:cNvSpPr txBox="1"/>
          <p:nvPr/>
        </p:nvSpPr>
        <p:spPr>
          <a:xfrm>
            <a:off x="6355080" y="489204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손님에게는 유어딜이 포인트를 드립니다. 사장님 부담 없이 후기가 쌓이고, 다음 손님이 그 후기를 봅니다.</a:t>
            </a:r>
            <a:endParaRPr lang="en-US" sz="10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6853" y="717213"/>
            <a:ext cx="2813205" cy="5377855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91440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사장님들이 꼭 물어보시는 것.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 (노쇼)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아니라서 재료를 미리 준비할 필요도 없습니다.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 이미 쓴 이용권은 환불되지 않습니다.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 사장님 계좌는 건드리지 않습니다.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끝입니다. 같은 코드가 두 번 통과하지 않습니다. 확인코드는 매장에서만 알려 줍니다.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배달앱, 네이버예약이랑 같이 써도 되나요?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 없고 계약 기간도 없습니다. 이용권 손님은 가게에 직접 오므로 배달 주문과 겹치지 않습니다.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수량에 상한을 두면 그만큼만 팔립니다. 손님이 오는 날 쓰는 것이라 한 날에 몰리지도 않습니다.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QR 사용 처리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시작할 때 여쭤보는 건 네 가지뿐입니다.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10분이면 끝납니다.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3288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5146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 로그인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82549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26440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264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461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5570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검색하면 주소와 전화번호가 자동으로 채워집니다.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99592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995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9776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전화번호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8853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안내, 사용 문의, 정산 확인 때 연락드릴 번호입니다.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72744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4727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7091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02005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사업자번호는 나중에 넣어도 됩니다.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5486400"/>
            <a:ext cx="5440680" cy="822960"/>
          </a:xfrm>
          <a:prstGeom prst="roundRect">
            <a:avLst>
              <a:gd name="adj" fmla="val 1555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60120" y="548640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승인되면 메뉴 이름, 정가, 판매가, 수량, 유효기간을 넣는 순간 판매가 시작됩니다. 누가 먼저 내 매장을 올려 뒀다면 urdeal.kr/store/find 에서 내 가게를 찾아 소유자 신청을 하면 됩니다.</a:t>
            </a:r>
            <a:endParaRPr lang="en-US" sz="105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2단계: 카카오맵에서 내 가게 찾기</a:t>
            </a:r>
            <a:endParaRPr lang="en-US" sz="10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운영과 정산. 다 합쳐 일주일에 10분입니다.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3953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286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폰으로 QR 한 번 찍기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6060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스캔이 어려우면 매장 확인코드 6자리를 알려 주면 손님이 직접 입력합니다.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5800" y="3154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264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315468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가격, 수량, 유효기간은 언제든 수정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34747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쉬고 싶으면 판매를 멈추면 됩니다. 계약 기간이 없습니다.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41148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44348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결제됐다고 바로가 아니라, 손님이 가게에서 실제로 쓴 이용권만 매주 모아 등록 계좌로 입금됩니다. 수수료를 뗀 금액 그대로, 별도 정산 수수료 없이. 오늘 팔린 것, 사용된 것, 입금 예정 금액은 매장 관리 화면에 항상 떠 있습니다.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85800" y="5257800"/>
            <a:ext cx="7315200" cy="868680"/>
          </a:xfrm>
          <a:prstGeom prst="roundRect">
            <a:avLst>
              <a:gd name="adj" fmla="val 1473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960120" y="52578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 본인만 바꿀 수 있습니다. </a:t>
            </a:r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누구에게 맡겨도.</a:t>
            </a:r>
            <a:endParaRPr lang="en-US" sz="12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시작하면 그 동네의 첫 매장입니다.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554480"/>
          </a:xfrm>
          <a:prstGeom prst="roundRect">
            <a:avLst>
              <a:gd name="adj" fmla="val 823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196596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이제 시작하는 서비스입니다. 등록 매장 수를 부풀려 말하지 않겠습니다. 대신 조건을 먼저 공개합니다. 수수료 10%, 미리 내는 돈 0원, 매주 정산. 지금 들어오시는 매장이 그 동네, 그 업종의 첫 자리를 가져갑니다.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8404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" y="416052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41422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41422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 별도 가입이 없습니다.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47823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47640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질문 네 개에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54041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5404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53858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3520440" y="53858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9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2026-09-14T02:19:58Z</dcterms:created>
  <dcterms:modified xsi:type="dcterms:W3CDTF">2026-09-14T02:19:58Z</dcterms:modified>
</cp:coreProperties>
</file>