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대표 최종 구성안(09-14). 10%: 직접 등록 기준(fee-resolver.ts).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"돈이 나가는 시점"과 "측정 가능성"만 비교한다.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실측: 정가 25,000 / 판매가 16,500 → 수수료 1,650 → 입금 14,850. 카드 수수료(현재 약 2.75%, 변동 가능)는 유어딜 부담. 월 판매 시나리오와 업종 평균가 표는 상세판 5장.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크리에이터 풀: /api/admin/ads/influencer-pool/stats 2026-09-13 실측 youtube 18,170 / naver_blog 172,755 (전체 201,471, 연락 가능 46,220). 소개비: 매장 제안 %·매장 부담·상한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조건 프리셋: voucher-usage-conditions.ts (평일만 / 점심시간 11~15시 등). 수량 한정: 상품 필드. 이용권별 링크·카톡 공유: /group-buy/:id OG. 매장 QR: 매장 페이지 주소를 QR 로 만드는 것(전용 포스터 기능은 없음 — 그래서 "주소를 QR 로 만들어"로 적음). 리뷰 보너스 1,000딜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(100%). QR CAS: group-buy-voucher.routes.ts. 독점·계약기간 없음.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마법사. 승인은 사람(seller-stores.routes.ts 자동 승인 없음). "대신 만들어 드립니다"는 대표 운영 약속(코드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group-buy-voucher.routes.ts. payouts-generate.ts: 매주 월요일, 최소 10,000원(이월), 승인·송금은 사람. 계좌 변경 owner 전용. 판매 추이: 셀러 대시보드 daily_revenue + 상품별 판매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연락처는 대표 지정값. "사람이 답합니다"는 운영 약속 — 카카오 채널 응대가 실제로 붙어 있어야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887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체험단,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만큼 해보셨잖아요.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먹고 가는 사람 말고, 계산하고 가는 손님을 만드는 방법입니다.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7472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 받자고 무료 식사를 내드리는 것도, 대행비를 먼저 보내는 것도 이제 그만할 때가 됐습니다. 유어딜은 가게 이용권을 온라인에서 미리 파는 곳입니다. 손님이 먼저 결제하고, 이용권을 들고 가게로 옵니다. 사장님이 내는 건 팔린 이용권의 수수료 10%, 그게 전부입니다.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내는 수수료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 쓰고, 효과 봤는지는 아셨어요?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손님이 돈을 내고 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실제 상품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9504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8269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310128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31012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30752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73075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1239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151376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15137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화면에 그대로 남습니다. "효과가 있었나?"를 감으로 판단할 필요가 없습니다.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2199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86600" y="21031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086600" y="24871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4747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593592"/>
            <a:ext cx="219456" cy="21945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86600" y="34747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8587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46520" y="4846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96519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86600" y="48463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086600" y="52303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올리시면, 파는 건 저희가 열심히 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등록만 하면 유어딜 홈 인기 목록, 지도의 내 주변 이용권, 검색과 카카오톡 공유 카드, 영상 아래 구매 버튼, 네 곳에 자동으로 뜹니다.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14600"/>
            <a:ext cx="3977640" cy="3657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60120" y="267919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960120" y="30175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3126882"/>
            <a:ext cx="201900" cy="201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30175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목록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60120" y="374904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482" y="385840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54480" y="37490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지도의 내 주변 이용권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96012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82" y="4589922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448056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960120" y="52120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482" y="5321442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554480" y="521208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4983480" y="2514600"/>
            <a:ext cx="6522415" cy="3657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5303520" y="2697480"/>
            <a:ext cx="5882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그리고 저희에겐 파는 사람들이 있습니다.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5303520" y="3090672"/>
            <a:ext cx="58823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8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확보한 크리에이터 풀, 유튜버 18,170명과 네이버 블로거 172,755명(2026년 9월 기준)에게 사장님의 이용권 판매를 제안합니다. 맛집, 뷰티, 동네 콘텐츠를 만드는 사람들이 자기 채널에서 이용권을 소개하고, 그 링크로 팔린 것에만 소개비가 나갑니다. 여기서도 미리 주는 돈은 없습니다.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303520" y="4526280"/>
            <a:ext cx="58823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5303520" y="4709160"/>
            <a:ext cx="1960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2400" dirty="0"/>
          </a:p>
        </p:txBody>
      </p:sp>
      <p:sp>
        <p:nvSpPr>
          <p:cNvPr id="26" name="Text 19"/>
          <p:cNvSpPr txBox="1"/>
          <p:nvPr/>
        </p:nvSpPr>
        <p:spPr>
          <a:xfrm>
            <a:off x="5303520" y="5285232"/>
            <a:ext cx="1960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유튜버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7264298" y="4709160"/>
            <a:ext cx="1960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2400" dirty="0"/>
          </a:p>
        </p:txBody>
      </p:sp>
      <p:sp>
        <p:nvSpPr>
          <p:cNvPr id="28" name="Text 21"/>
          <p:cNvSpPr txBox="1"/>
          <p:nvPr/>
        </p:nvSpPr>
        <p:spPr>
          <a:xfrm>
            <a:off x="7264298" y="5285232"/>
            <a:ext cx="1960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블로거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9225077" y="4709160"/>
            <a:ext cx="1960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2400" dirty="0"/>
          </a:p>
        </p:txBody>
      </p:sp>
      <p:sp>
        <p:nvSpPr>
          <p:cNvPr id="30" name="Text 23"/>
          <p:cNvSpPr txBox="1"/>
          <p:nvPr/>
        </p:nvSpPr>
        <p:spPr>
          <a:xfrm>
            <a:off x="9225077" y="5285232"/>
            <a:ext cx="1960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홍보비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5303520" y="5669280"/>
            <a:ext cx="5882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%는 사장님이 정합니다. 제안하지 않으면 아무것도 나가지 않습니다.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식으로도 쓰십니다.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07532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965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요일과 시간을 팝니다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227685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 점심에만 사용 가능" 조건을 걸 수 있습니다. 바쁜 주말 말고 비는 화요일 점심을 할인가로 채우는 겁니다. 빈 테이블은 어차피 0원이니, 할인해서 채우면 전부 더 번 돈입니다.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85800" y="281635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2925714"/>
            <a:ext cx="201900" cy="2019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816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숫자로 테스트합니다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12724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30장 한정으로 올려보세요. 팔리는 속도가 곧 반응입니다.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685800" y="36667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3776106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36667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단골에게 먼저 팝니다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3977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이용권마다 링크가 생깁니다. 단골 단톡방, 가게 인스타에 올리면 그게 광고비 0원짜리 내 판매 채널입니다.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685800" y="451713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626498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5171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지나가는 손님도 놓치지 않습니다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280160" y="48280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 주소를 QR 로 만들어 테이블과 간판에 붙입니다. "다음에 올게요" 하던 손님이 다음을 미리 결제하고 갑니다.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685800" y="536752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162" y="5476890"/>
            <a:ext cx="201900" cy="201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53675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저절로 쌓입니다</a:t>
            </a:r>
            <a:endParaRPr lang="en-US" sz="1400" dirty="0"/>
          </a:p>
        </p:txBody>
      </p:sp>
      <p:sp>
        <p:nvSpPr>
          <p:cNvPr id="25" name="Text 17"/>
          <p:cNvSpPr txBox="1"/>
          <p:nvPr/>
        </p:nvSpPr>
        <p:spPr>
          <a:xfrm>
            <a:off x="1280160" y="56784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 손님에게 유어딜이 포인트를 드립니다. 사장님 돈이 아닙니다.</a:t>
            </a:r>
            <a:endParaRPr lang="en-US" sz="105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이용권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묻는 질문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 재료를 미리 준비할 필요도 없습니다.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끝. 같은 코드가 두 번 통과하지 않습니다.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배달앱이랑 같이 써도 되나요?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요구도 계약 기간도 없습니다.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 상한을 두면 그만큼만 팔립니다.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10분. 막히면 저희가 대신 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이게 전부입니다.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4871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487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68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779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3697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1868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86784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68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793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그날부터 판매가 시작됩니다.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809744"/>
            <a:ext cx="5440680" cy="1417320"/>
          </a:xfrm>
          <a:prstGeom prst="roundRect">
            <a:avLst>
              <a:gd name="adj" fmla="val 903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0120" y="494690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괜찮습니다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5248656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채널로 말씀 주시면 등록부터 첫 이용권 올리는 것까지 전화로 같이 하거나, 저희가 대신 만들어 드립니다.</a:t>
            </a:r>
            <a:endParaRPr lang="en-US" sz="105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0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장사만 하세요. 나머지는 알아서 돌아갑니다.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3953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286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폰으로 QR 한 번 찍기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6060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하실 일은 이게 전부입니다.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108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42900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모아 매주 등록 계좌로 들어옵니다. 수수료 뗀 금액 그대로, 별도 정산 수수료 없이. 얼마 팔렸고 얼마 들어올지는 매장 화면에 항상 떠 있어서 궁금해서 전화하실 일이 없습니다. 어떤 이용권이 언제 많이 팔리는지도 보입니다. 다음 이용권을 뭘로 올릴지, 숫자가 알려줍니다.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4617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바꾸고 싶을 때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937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수량, 유효기간은 언제든 수정, 바쁘면 판매 중지. 계약 기간이 없으니 그만두는 것도 사장님 마음입니다.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85800" y="5486400"/>
            <a:ext cx="7315200" cy="685800"/>
          </a:xfrm>
          <a:prstGeom prst="roundRect">
            <a:avLst>
              <a:gd name="adj" fmla="val 18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60120" y="54864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 본인만 바꿀 수 있습니다. </a:t>
            </a:r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누구에게 맡겨도.</a:t>
            </a:r>
            <a:endParaRPr lang="en-US" sz="12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057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017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0233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325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43251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49469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49286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내 가게를 찾고 등록증 사진을 올립니다.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555040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550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5532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상담. "등록 도와주세요"</a:t>
            </a:r>
            <a:endParaRPr lang="en-US" sz="9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2026-09-14T06:15:25Z</dcterms:created>
  <dcterms:modified xsi:type="dcterms:W3CDTF">2026-09-14T06:15:25Z</dcterms:modified>
</cp:coreProperties>
</file>