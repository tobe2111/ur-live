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09-14 대표 "체험단, 할 만큼 해보셨잖아요" 는 어조가 예의 있지 않다 → 같은 대비를 정중하게. 10%: 직접 등록 기준(fee-resolver.ts). 오른쪽은 urdeal.kr 홈 라이브 캡처.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문서의 심장. "돈이 나가는 시점"과 "측정 가능성"만 비교한다. 성과 수치는 실측 전이라 전부 배제. 하단 결론 바는 09-15 참고 덱 장치.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상품 2915(홍대 돈가스 버크셔) 2026-10-12 실측: 정가 14,500 / 판매가 7,500 → 수수료 750 → 입금 6,750. ⚠️ 종전에 쓴 2888(25,000 → 16,500)은 10-06 실측에서 is_active=0 — 값은 FACTS.sample* 에 있다. 카드 수수료(현재 약 2.75%, 변동 가능)는 유어딜 부담. 월 판매 시나리오와 업종 평균가 표는 상세판 5장.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09-15 참고 덱 "이런 브랜드에게 추천합니다" 장치. 사용 조건 프리셋 voucher-usage-conditions.ts, 수량 한정 상품 필드, 매장 QR 은 주소를 QR 로 만드는 것(전용 기능 없음). 성과 약속 0 — 전부 설정으로 답한다.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09-15 참고 덱 "목표별 추천 조합" 장치. 값은 권장 설정이지 성과 약속이 아니다. 필드: 상품 할인율·수량·유효기간·사용조건 프리셋(voucher-usage-conditions.ts)·influencer-deals 소개비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4장 전부 urdeal.kr 모바일 라이브 캡처(home/detail/use/shop). 자동 환불: voucher-expire.ts. 결제: Toss V2 위젯.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노출 4곳: 홈 섹션/지도(/map)/검색·카톡 OG/유어쇼츠(/videos). 크리에이터 풀: /api/admin/ads/influencer-pool/stats 2026-09-13 실측 youtube 18,170 / naver_blog 172,755. 오른쪽은 /admin/influencer-pool 데스크톱 캡처(capture-admin-shots.mjs — 이메일·IG·TT 블러, 아바타는 외부 CDN 차단이라 중립 원). 소개비: 매장 제안 %·매장 부담.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09-15 참고 덱 "누적 자산화" 프레임. 매장 페이지 = CuratorPage(/u/:handle, linked_seller 인라인). 소개자 유어샵 = 핀. 손님 지갑 = /my-vouchers(로그인 필요라 캡처 없음). 리뷰 보너스 1,000딜 유어딜 부담. 오른쪽은 /u/jiwon1228 라이브 캡처.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 조건 프리셋: voucher-usage-conditions.ts (평일만 / 점심시간 11~15시 등). 수량 한정: 상품 필드. 이용권별 링크·카톡 공유: /group-buy/:id OG. 매장 QR: 매장 페이지 주소를 QR 로 만드는 것(전용 포스터 기능은 없음 — 그래서 "주소를 QR 로 만들어"로 적음). 리뷰 보너스 1,000딜 유어딜 부담.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만료 자동 환불: auto-settlement.ts (100%). QR CAS: group-buy-voucher.routes.ts. 독점·계약기간 없음. 수량 상한은 상품 필드.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StoreRegisterModal.tsx 마법사. 승인은 사람(seller-stores.routes.ts 자동 승인 없음). "대신 만들어 드립니다"는 대표 운영 약속(코드 아님).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 처리: group-buy-voucher.routes.ts. payouts-generate.ts: 매주 월요일, 최소 10,000원(이월), 승인·송금은 사람. 계좌 변경 owner 전용. 판매 추이: 셀러 대시보드 daily_revenue + 상품별 판매 수. 인출선 좌표는 seller-settlements.jpg 실측(자동 정산 카드 30% · 지급 예정 58% · 지급 내역 85%).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09-15 참고 덱 "광고 집행 절차" 장치. 직접 10% / 중개 5%: fee-resolver.ts(fee_channel_rates_enabled). 소유자 지정·계좌 owner 전용: store-operator-model §7. "대신 만들어 드립니다"는 대표 운영 약속. ✅ 2026-10-06 에 좁힌 리드 문구("유어딜 장부에는 나오지 않습니다" → 매장 몫 안에서 나간다)는 그대로 맞다. 2026-10-12 실측에서 broker_share_enabled=true 이고 적립 1건이 생겼으며, 그때 남긴 "대행사 덱 §14 가 아직 켜기 전이라고 말한다" 는 지적은 같은 커밋에서 해소했다.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연락처는 대표 지정값. "사람이 답합니다"는 운영 약속 — 카카오 채널 응대가 실제로 붙어 있어야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673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우리동네 이용권</a:t>
            </a:r>
            <a:endParaRPr lang="en-US" sz="1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240280"/>
            <a:ext cx="5120640" cy="12865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9383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사장님 소개서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4869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먼저 결제하고 가게로 오는 이용권. 미리 내는 돈 없이, 팔린 뒤에만 수수료 10%.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85800" y="5989320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61081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리스터코퍼레이션 · 사업자등록번호 479-09-02930 · urdeal.kr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61081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9월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63276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문서의 내용을 무단으로 복제·전재·재배포할 수 없습니다.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1887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spc="-14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체험단 말고,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spc="-14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계산하는 손님을 부르는 방법입니다.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971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식사를 내드리고 후기를 받는 대신, 손님이 먼저 결제하고 가게에 옵니다.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4747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 몇 개를 받으려고 무료 식사를 내드리고 대행비를 먼저 보내는 방식은, 이제 안 하셔도 됩니다. 유어딜은 가게 이용권을 온라인에서 미리 파는 곳입니다. 손님이 먼저 결제하고, 이용권을 들고 가게로 옵니다. 사장님이 내는 건 팔린 이용권의 수수료 10%, 그게 전부입니다.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800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2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44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내는 돈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4800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2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544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팔린 뒤에만 내는 수수료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4800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2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90%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544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몫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122" y="747042"/>
            <a:ext cx="2997247" cy="57296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유어딜인가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광고비 쓰고, 효과 봤는지는 아셨어요?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돈이 먼저 나가고, 손님은 나중에 옵니다. 온다는 보장도 없이.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39572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23957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돈이 나가는 시점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23957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오는 사람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2395728"/>
            <a:ext cx="27733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 확인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5800" y="2688336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76148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체험단·블로그 마케팅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017520" y="27614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대행비 선지불 + 무료 식사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0" y="276148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공짜로 먹으러 온 체험단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2761488"/>
            <a:ext cx="27733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 몇 개. 손님이 됐는지는 모름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5800" y="3328416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36499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배달앱·검색 광고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3017520" y="33649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매달 광고비 선지불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0" y="336499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클릭한 사람 (방문 보장 없음)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3364992"/>
            <a:ext cx="27733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 수. 매출 연결은 모름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85800" y="3931920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396849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전단·현수막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3017520" y="396849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제작비 선지불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0" y="396849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 수 없음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549640" y="3968496"/>
            <a:ext cx="27733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 수 없음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85800" y="4535424"/>
            <a:ext cx="10820095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" y="4535424"/>
            <a:ext cx="11094415" cy="603504"/>
          </a:xfrm>
          <a:prstGeom prst="roundRect">
            <a:avLst>
              <a:gd name="adj" fmla="val 15152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457200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3017520" y="45720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팔린 뒤에만 수수료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943600" y="45720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결제까지 마친 손님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549640" y="4572000"/>
            <a:ext cx="27733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장 팔리고 몇 명 왔는지 숫자로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85800" y="5449824"/>
            <a:ext cx="10820095" cy="566928"/>
          </a:xfrm>
          <a:prstGeom prst="roundRect">
            <a:avLst>
              <a:gd name="adj" fmla="val 16129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05840" y="5449824"/>
            <a:ext cx="101800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체험단은 밥을 공짜로 드리고 후기를 받습니다. </a:t>
            </a:r>
            <a:pPr algn="ctr"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유어딜은 손님이 돈을 내고 옵니다. 후기는 그 다음에 따라옵니다.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유어딜인가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여기는 손님이 돈을 내고 옵니다.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1965960"/>
            <a:ext cx="539496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005840" y="21488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팔리는 실제 상품 (프리미엄 돈가스 1인 세트)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2468880"/>
            <a:ext cx="30431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정가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3621024" y="246888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14,500원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2871216"/>
            <a:ext cx="30431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 판매가 (할인율은 사장님이 정함)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3621024" y="287121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7,500원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05840" y="3246120"/>
            <a:ext cx="475488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5840" y="3273552"/>
            <a:ext cx="30431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10%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621024" y="3273552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−750원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3675888"/>
            <a:ext cx="30431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수수료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621024" y="367588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 (유어딜 부담)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05840" y="4050792"/>
            <a:ext cx="475488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05840" y="4078224"/>
            <a:ext cx="30431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 계좌에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621024" y="4078224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6,750원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59028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손님이 몇 명인지, 언제 왔는지, 얼마를 썼는지가 매장 화면에 그대로 남습니다. "효과가 있었나?"를 감으로 판단할 필요가 없습니다.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46520" y="2057400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176272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086600" y="2057400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결제가 먼저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7086600" y="2441448"/>
            <a:ext cx="4419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이용권은 후기 약속이 아니라 매출입니다.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446520" y="3200400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3319272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086600" y="3200400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노쇼 손실 0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7086600" y="3584448"/>
            <a:ext cx="4419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실제로 쓴 것만 정산 대상입니다.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446520" y="4343400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4462272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086600" y="4343400"/>
            <a:ext cx="4419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손해 보는 구조를 만들 수 없음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7086600" y="4727448"/>
            <a:ext cx="4419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할인율, 수량, 유효기간 전부 사장님이 정합니다.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85800" y="5650992"/>
            <a:ext cx="10820095" cy="475488"/>
          </a:xfrm>
          <a:prstGeom prst="roundRect">
            <a:avLst>
              <a:gd name="adj" fmla="val 19231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1005840" y="5650992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체험단 한 팀에 나가는 무료 식사값이면, </a:t>
            </a:r>
            <a:pPr algn="ctr"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유어딜에선 돈 내는 손님이 옵니다. 안 팔리면 0원, 팔리면 새 손님입니다.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유어딜인가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매장에 맞습니다. 사장님 말로 적었습니다.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오른쪽은 유어딜이 답이 되는 이유가 아니라, 이용권을 어떻게 열면 되는지입니다. 전부 등록 화면에서 사장님이 직접 정하는 값입니다.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377440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" y="2569464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68833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237744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 연 가게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3566160" y="2523744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 rot="16200000">
            <a:off x="3438144" y="2706624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767328" y="25237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"오픈했는데 아직 아무도 모르는데요."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578608"/>
            <a:ext cx="155448" cy="1554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33488" y="2523744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메뉴 하나를 20~30% 할인가로, 수량 30장 한정으로 엽니다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2852928"/>
            <a:ext cx="155448" cy="1554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33488" y="2798064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인기 목록과 지도에 자동으로 뜨고, 첫 손님이 첫 후기를 남깁니다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85800" y="3346704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60120" y="3538728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3657600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54480" y="3346704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평일이 한가한 가게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3566160" y="3493008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 rot="16200000">
            <a:off x="3438144" y="3675888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3767328" y="34930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"주말은 꽉 차는데 화요일 점심이 비어요."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3547872"/>
            <a:ext cx="155448" cy="1554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33488" y="3493008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"평일 점심에만 사용" 조건을 걸어 그 시간만 할인합니다</a:t>
            </a:r>
            <a:endParaRPr lang="en-US" sz="10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3822192"/>
            <a:ext cx="155448" cy="15544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333488" y="3767328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테이블은 어차피 0원이라, 할인해서 채우면 전부 더 번 돈입니다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85800" y="4315968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960120" y="4507992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992" y="4626864"/>
            <a:ext cx="219456" cy="219456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554480" y="431596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단골을 늘리고 싶은 가게</a:t>
            </a:r>
            <a:endParaRPr lang="en-US" sz="1350" dirty="0"/>
          </a:p>
        </p:txBody>
      </p:sp>
      <p:sp>
        <p:nvSpPr>
          <p:cNvPr id="34" name="Shape 24"/>
          <p:cNvSpPr/>
          <p:nvPr/>
        </p:nvSpPr>
        <p:spPr>
          <a:xfrm>
            <a:off x="3566160" y="4462272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 rot="16200000">
            <a:off x="3438144" y="4645152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3767328" y="44622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"한 번 온 손님이 다시 안 와요."</a:t>
            </a:r>
            <a:endParaRPr lang="en-US" sz="11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4517136"/>
            <a:ext cx="155448" cy="15544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333488" y="4462272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페이지 주소를 QR 로 테이블에 붙여 "다음"을 미리 결제하게 합니다</a:t>
            </a:r>
            <a:endParaRPr lang="en-US" sz="105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4791456"/>
            <a:ext cx="155448" cy="15544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7333488" y="4736592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이용권마다 링크가 생기니 단골 단톡방과 인스타에 그대로 올립니다</a:t>
            </a:r>
            <a:endParaRPr lang="en-US" sz="1050" dirty="0"/>
          </a:p>
        </p:txBody>
      </p:sp>
      <p:sp>
        <p:nvSpPr>
          <p:cNvPr id="41" name="Shape 29"/>
          <p:cNvSpPr/>
          <p:nvPr/>
        </p:nvSpPr>
        <p:spPr>
          <a:xfrm>
            <a:off x="685800" y="5285232"/>
            <a:ext cx="10820095" cy="841248"/>
          </a:xfrm>
          <a:prstGeom prst="roundRect">
            <a:avLst>
              <a:gd name="adj" fmla="val 15217"/>
            </a:avLst>
          </a:prstGeom>
          <a:solidFill>
            <a:srgbClr val="1D1F29"/>
          </a:solidFill>
          <a:ln w="12700">
            <a:solidFill>
              <a:srgbClr val="1D1F29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960120" y="5477256"/>
            <a:ext cx="457200" cy="457200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8992" y="5596128"/>
            <a:ext cx="219456" cy="219456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1554480" y="5285232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광고비가 아까운 가게</a:t>
            </a:r>
            <a:endParaRPr lang="en-US" sz="1350" dirty="0"/>
          </a:p>
        </p:txBody>
      </p:sp>
      <p:sp>
        <p:nvSpPr>
          <p:cNvPr id="45" name="Shape 32"/>
          <p:cNvSpPr/>
          <p:nvPr/>
        </p:nvSpPr>
        <p:spPr>
          <a:xfrm>
            <a:off x="3566160" y="5431536"/>
            <a:ext cx="3108960" cy="54864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33"/>
          <p:cNvSpPr/>
          <p:nvPr/>
        </p:nvSpPr>
        <p:spPr>
          <a:xfrm rot="16200000">
            <a:off x="3438144" y="5614416"/>
            <a:ext cx="182880" cy="1828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34"/>
          <p:cNvSpPr txBox="1"/>
          <p:nvPr/>
        </p:nvSpPr>
        <p:spPr>
          <a:xfrm>
            <a:off x="3767328" y="54315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"배달앱 광고비는 매달 나가는데 효과는 모르겠어요."</a:t>
            </a:r>
            <a:endParaRPr lang="en-US" sz="1100" dirty="0"/>
          </a:p>
        </p:txBody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600" y="5486400"/>
            <a:ext cx="155448" cy="155448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333488" y="5431536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내는 돈이 없습니다. 팔린 이용권의 10%만 나갑니다</a:t>
            </a:r>
            <a:endParaRPr lang="en-US" sz="105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6600" y="5760720"/>
            <a:ext cx="155448" cy="155448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7333488" y="5705856"/>
            <a:ext cx="38980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장 팔리고 몇 명이 왔는지가 화면에 숫자로 남습니다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유어딜인가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목표에 따라 이용권을 이렇게 엽니다. 다섯 칸 전부 사장님이 정하는 값입니다.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정해 주는 요율이 아니라 등록 화면의 입력칸입니다. 시작할 때 이 표에서 한 줄을 고르시면 됩니다.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714232" y="2395728"/>
            <a:ext cx="2770632" cy="3035808"/>
          </a:xfrm>
          <a:prstGeom prst="roundRect">
            <a:avLst>
              <a:gd name="adj" fmla="val 3300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46888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606040" y="2468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할인율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3840480" y="24688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074920" y="246888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유효기간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46888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조건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246888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소개비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5800" y="2743200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279806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손님 만들기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2606040" y="279806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20~30%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840480" y="279806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30장 한정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074920" y="2798064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30일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279806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823960" y="2798064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 정도 제안. 동네 채널 한두 곳이면 됩니다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85800" y="3273552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331012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평일 매출 채우기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2606040" y="33101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15~20%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3840480" y="33101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 없음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074920" y="33101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60일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6537960" y="3310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평일 점심 11~15시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823960" y="3310128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없어도 됩니다. 조건이 곧 홍보입니다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85800" y="3785616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382219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메뉴 반응 보기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2606040" y="382219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10~15%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3840480" y="382219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30장 한정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5074920" y="3822192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14일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6537960" y="382219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823960" y="3822192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없음. 팔리는 속도가 곧 답입니다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85800" y="4297680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85800" y="433425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단골 늘리기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2606040" y="433425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3840480" y="433425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제한 없음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5074920" y="4334256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90일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6537960" y="433425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8823960" y="4334256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없음. 링크를 단골 단톡방에 직접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85800" y="4809744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5800" y="48463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숙박·뷰티처럼 객단가가 큰 곳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2606040" y="48463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10~15%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3840480" y="48463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20장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5074920" y="484632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60일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6537960" y="484632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A3D4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필수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8823960" y="4846320"/>
            <a:ext cx="2542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5~8%. 단가가 커서 % 는 낮게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685800" y="5321808"/>
            <a:ext cx="10817352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85800" y="5669280"/>
            <a:ext cx="10820095" cy="475488"/>
          </a:xfrm>
          <a:prstGeom prst="roundRect">
            <a:avLst>
              <a:gd name="adj" fmla="val 19231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05840" y="5669280"/>
            <a:ext cx="101800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할인율·수량·기간·조건·소개비, </a:t>
            </a:r>
            <a:pPr algn="ctr"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다섯 칸을 언제든 바꾸거나 판매를 멈출 수 있습니다. 계약 기간이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돌아가나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쪽은 이렇게 흘러갑니다. 사장님이 끼어들 자리가 없습니다.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 설치도, 회원가입 강요도 없습니다. 카카오 로그인 한 번이면 홈에서 고르고, 토스로 결제하고, 가게에 와서 QR 을 보여 줍니다. 안 쓴 이용권은 유효기간이 지나면 100% 자동 환불이라 환불 응대가 사장님께 오지 않습니다.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166335" y="2450592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66335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20" y="2879040"/>
            <a:ext cx="1603790" cy="3065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0040" y="5952744"/>
            <a:ext cx="2058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찾기: 홈에서 내 동네 이용권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30757" y="2450592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330757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742" y="2879040"/>
            <a:ext cx="1603790" cy="30658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484462" y="5952744"/>
            <a:ext cx="2058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결제: 정가와 할인가를 보고 토스로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495178" y="2450592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495178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163" y="2879040"/>
            <a:ext cx="1603790" cy="3065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648883" y="5952744"/>
            <a:ext cx="2058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사용: 매장에서 QR 또는 확인코드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10659600" y="2450592"/>
            <a:ext cx="365760" cy="365760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065960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0585" y="2879040"/>
            <a:ext cx="1603790" cy="30658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813305" y="5952744"/>
            <a:ext cx="20583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찾기: 매장 페이지가 남습니다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돌아가나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이용권을 올리시면, 파는 건 저희가 열심히 합니다.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83080"/>
            <a:ext cx="10820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등록만 하면 유어딜 홈 인기 목록, 지도의 내 주변 이용권, 검색과 카카오톡 공유 카드, 영상 아래 구매 버튼, 네 곳에 자동으로 뜹니다. 그리고 저희에겐 파는 사람들이 있습니다. 유어딜이 확보한 크리에이터 풀, 유튜버 20,584명과 네이버 블로거 299,363명(2026년 10월 기준)에게 사장님의 이용권 판매를 제안합니다. 그 링크로 팔린 것에만 소개비가 나가고, 미리 주는 돈은 없습니다.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1635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노출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3090672"/>
            <a:ext cx="347472" cy="347472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3181015"/>
            <a:ext cx="166787" cy="16678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61288" y="3090672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홈 인기 목록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85800" y="3547872"/>
            <a:ext cx="347472" cy="347472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3638215"/>
            <a:ext cx="166787" cy="16678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61288" y="3547872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지도의 내 주변 이용권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85800" y="4005072"/>
            <a:ext cx="347472" cy="347472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4095415"/>
            <a:ext cx="166787" cy="16678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61288" y="4005072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검색과 카카오톡 공유 카드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85800" y="4462272"/>
            <a:ext cx="347472" cy="347472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4552615"/>
            <a:ext cx="166787" cy="16678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161288" y="4462272"/>
            <a:ext cx="3136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아래 구매 버튼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685800" y="497433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파는 사람들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685800" y="5248656"/>
            <a:ext cx="23116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유튜버</a:t>
            </a:r>
            <a:endParaRPr lang="en-US" sz="1150" dirty="0"/>
          </a:p>
        </p:txBody>
      </p:sp>
      <p:sp>
        <p:nvSpPr>
          <p:cNvPr id="23" name="Text 16"/>
          <p:cNvSpPr txBox="1"/>
          <p:nvPr/>
        </p:nvSpPr>
        <p:spPr>
          <a:xfrm>
            <a:off x="2672334" y="5248656"/>
            <a:ext cx="1625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20,584명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685800" y="5541264"/>
            <a:ext cx="23116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블로거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2672334" y="5541264"/>
            <a:ext cx="1625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299,363명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85800" y="5806440"/>
            <a:ext cx="3611880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85800" y="5833872"/>
            <a:ext cx="23116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나가는 홍보비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2672334" y="5833872"/>
            <a:ext cx="1625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636008" y="2761488"/>
            <a:ext cx="6943039" cy="3162288"/>
          </a:xfrm>
          <a:prstGeom prst="roundRect">
            <a:avLst>
              <a:gd name="adj" fmla="val 40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2834640"/>
            <a:ext cx="6796735" cy="301598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709160" y="6033504"/>
            <a:ext cx="6796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인플루언서 풀 관리 화면 (실제 화면, 연락처는 가렸습니다)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9357055" y="2724912"/>
            <a:ext cx="1396746" cy="274320"/>
          </a:xfrm>
          <a:prstGeom prst="roundRect">
            <a:avLst>
              <a:gd name="adj" fmla="val 50000"/>
            </a:avLst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  <a:effectLst>
            <a:outerShdw sx="100000" sy="100000" kx="0" ky="0" algn="bl" rotWithShape="0" blurRad="76200" dist="25400" dir="5400000">
              <a:srgbClr val="16181C">
                <a:alpha val="22000"/>
              </a:srgbClr>
            </a:outerShdw>
          </a:effectLst>
        </p:spPr>
      </p:sp>
      <p:sp>
        <p:nvSpPr>
          <p:cNvPr id="33" name="Text 25"/>
          <p:cNvSpPr txBox="1"/>
          <p:nvPr/>
        </p:nvSpPr>
        <p:spPr>
          <a:xfrm>
            <a:off x="9357055" y="2724912"/>
            <a:ext cx="1396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연락처는 가렸습니다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572000" y="5704320"/>
            <a:ext cx="2591181" cy="274320"/>
          </a:xfrm>
          <a:prstGeom prst="roundRect">
            <a:avLst>
              <a:gd name="adj" fmla="val 50000"/>
            </a:avLst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  <a:effectLst>
            <a:outerShdw sx="100000" sy="100000" kx="0" ky="0" algn="bl" rotWithShape="0" blurRad="76200" dist="25400" dir="5400000">
              <a:srgbClr val="16181C">
                <a:alpha val="22000"/>
              </a:srgbClr>
            </a:outerShdw>
          </a:effectLst>
        </p:spPr>
      </p:sp>
      <p:sp>
        <p:nvSpPr>
          <p:cNvPr id="35" name="Text 27"/>
          <p:cNvSpPr txBox="1"/>
          <p:nvPr/>
        </p:nvSpPr>
        <p:spPr>
          <a:xfrm>
            <a:off x="4572000" y="5704320"/>
            <a:ext cx="25911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 · 구독자 · 카테고리로 고릅니다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돌아가나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광고는 끄면 끝나지만, 이용권은 세 곳에 남습니다.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올린 이용권과 한 번 온 손님이 어디에 쌓이는지입니다. 시간이 갈수록 이 세 곳이 사장님 대신 팝니다.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60604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62" y="2715402"/>
            <a:ext cx="201900" cy="201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6060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페이지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935224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사장님의 유어샵 주소(urdeal.kr/u/…)에 이용권과 후기가 쌓입니다. 카톡 미리보기 카드와 네이버, 구글 검색에 잡히는 자리라 광고를 끄듯 사라지지 않습니다.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85800" y="3630168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62" y="3739530"/>
            <a:ext cx="201900" cy="201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63016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소개해 준 사람의 유어샵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959352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인플루언서가 담아 둔 이용권은 그 사람의 유어샵에 그대로 남습니다. 콘텐츠가 내려가도 그 진열대에서는 계속 팔립니다.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85800" y="4654296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62" y="4763658"/>
            <a:ext cx="201900" cy="201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65429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손님의 지갑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280160" y="498348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이용권을 산 손님의 지갑에 매장이 남고, 다시 찾을 때 검색 없이 옵니다. 후기는 첫 손님에게 유어딜이 포인트를 드려 저절로 쌓입니다.</a:t>
            </a:r>
            <a:endParaRPr lang="en-US" sz="10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27" y="778824"/>
            <a:ext cx="2629164" cy="502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690684" y="5724144"/>
            <a:ext cx="29066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페이지 (라이브 화면)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8690684" y="1508760"/>
            <a:ext cx="2048256" cy="274320"/>
          </a:xfrm>
          <a:prstGeom prst="roundRect">
            <a:avLst>
              <a:gd name="adj" fmla="val 50000"/>
            </a:avLst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  <a:effectLst>
            <a:outerShdw sx="100000" sy="100000" kx="0" ky="0" algn="bl" rotWithShape="0" blurRad="76200" dist="25400" dir="5400000">
              <a:srgbClr val="16181C">
                <a:alpha val="22000"/>
              </a:srgbClr>
            </a:outerShdw>
          </a:effectLst>
        </p:spPr>
      </p:sp>
      <p:sp>
        <p:nvSpPr>
          <p:cNvPr id="23" name="Text 16"/>
          <p:cNvSpPr txBox="1"/>
          <p:nvPr/>
        </p:nvSpPr>
        <p:spPr>
          <a:xfrm>
            <a:off x="8690684" y="150876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이용권과 후기가 여기 쌓입니다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85800" y="5669280"/>
            <a:ext cx="6400800" cy="475488"/>
          </a:xfrm>
          <a:prstGeom prst="roundRect">
            <a:avLst>
              <a:gd name="adj" fmla="val 19231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1005840" y="56692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판 이용권은 </a:t>
            </a:r>
            <a:pPr algn="ctr" indent="0" marL="0">
              <a:buNone/>
            </a:pPr>
            <a:r>
              <a:rPr lang="en-US" sz="12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페이지, 소개자의 유어샵, 손님 지갑에 남아 다음 판매를 만듭니다.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돌아가나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이런 식으로도 쓰십니다.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196596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62" y="2075322"/>
            <a:ext cx="201900" cy="201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1965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한가한 요일과 시간을 팝니다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27685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"평일 점심에만 사용 가능" 조건을 걸 수 있습니다. 바쁜 주말 말고 비는 화요일 점심을 할인가로 채우는 겁니다. 빈 테이블은 어차피 0원이니, 할인해서 채우면 전부 더 번 돈입니다.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85800" y="2816352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62" y="2925714"/>
            <a:ext cx="201900" cy="201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8163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메뉴를 숫자로 테스트합니다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12724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메뉴를 30장 한정으로 올려보세요. 팔리는 속도가 곧 반응입니다.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85800" y="3666744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62" y="3776106"/>
            <a:ext cx="201900" cy="201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36667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단골에게 먼저 팝니다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1280160" y="3977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이용권마다 링크가 생깁니다. 단골 단톡방, 가게 인스타에 올리면 그게 광고비 0원짜리 내 판매 채널입니다.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85800" y="4517136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162" y="4626498"/>
            <a:ext cx="201900" cy="2019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45171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지나가는 손님도 놓치지 않습니다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1280160" y="4828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페이지 주소를 QR 로 만들어 테이블과 간판에 붙입니다. "다음에 올게요" 하던 손님이 다음을 미리 결제하고 갑니다.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85800" y="5367528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162" y="5476890"/>
            <a:ext cx="201900" cy="2019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280160" y="53675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후기는 저절로 쌓입니다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1280160" y="56784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후기 손님에게 유어딜이 포인트를 드립니다. 사장님 돈이 아닙니다.</a:t>
            </a:r>
            <a:endParaRPr lang="en-US" sz="10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1093" y="717213"/>
            <a:ext cx="2813205" cy="537785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778240" y="5998464"/>
            <a:ext cx="305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보는 이용권 (라이브 화면)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돌아가나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묻는 질문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1965960"/>
            <a:ext cx="365760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941832" y="213055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안 오면요?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41832" y="2441448"/>
            <a:ext cx="3145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쓴 이용권만 정산하니까 손실이 없습니다. 예약이 아니라 재료를 미리 준비할 필요도 없습니다.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1965960"/>
            <a:ext cx="365760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828032" y="213055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환불해 달라고 하면요?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828032" y="2441448"/>
            <a:ext cx="3145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환불은 유어딜과 토스가 처리합니다. 사장님은 그 사이에 서지 않습니다.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85800" y="3291840"/>
            <a:ext cx="365760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41832" y="345643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유효기간 지난 건요?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941832" y="3767328"/>
            <a:ext cx="3145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 쓴 이용권은 유어딜이 손님에게 100% 환불합니다.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0" y="3291840"/>
            <a:ext cx="365760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828032" y="345643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장으로 두 번 쓰려고 하면요?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4828032" y="3767328"/>
            <a:ext cx="3145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QR 은 한 번 찍히면 끝. 같은 코드가 두 번 통과하지 않습니다.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" y="4617720"/>
            <a:ext cx="365760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41832" y="478231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배달앱이랑 같이 써도 되나요?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941832" y="5093208"/>
            <a:ext cx="3145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됩니다. 독점 요구도 계약 기간도 없습니다.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0" y="4617720"/>
            <a:ext cx="365760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828032" y="478231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많이 팔리면요?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828032" y="5093208"/>
            <a:ext cx="3145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상한을 두면 그만큼만 팔립니다.</a:t>
            </a:r>
            <a:endParaRPr lang="en-US" sz="10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6773" y="717213"/>
            <a:ext cx="2813205" cy="5377855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503920" y="5998464"/>
            <a:ext cx="305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보는 사용 안내와 환불 조건 (라이브 화면)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시작하기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등록은 10분. 막히면 저희가 대신 해드립니다.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이게 전부입니다. 포스 연동도, 단말기도, 직원 교육도 필요 없습니다.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487168"/>
            <a:ext cx="347472" cy="347472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468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urdeal.kr 카카오 로그인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7797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가입이 없습니다.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5800" y="3236976"/>
            <a:ext cx="347472" cy="347472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32186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카카오맵에서 내 가게 찾기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52958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주소와 전화번호가 자동으로 채워집니다.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5800" y="3986784"/>
            <a:ext cx="347472" cy="347472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39684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사업자등록증 사진 한 장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42793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직접 확인하고 승인 문자를 드립니다. 그날부터 판매가 시작됩니다.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85800" y="4809744"/>
            <a:ext cx="5440680" cy="1417320"/>
          </a:xfrm>
          <a:prstGeom prst="roundRect">
            <a:avLst>
              <a:gd name="adj" fmla="val 9032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0120" y="4946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폰이 익숙하지 않으셔도 괜찮습니다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960120" y="5248656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카카오톡 채널로 말씀 주시면 등록부터 첫 이용권 올리는 것까지 전화로 같이 하거나, 저희가 대신 만들어 드립니다.</a:t>
            </a:r>
            <a:endParaRPr lang="en-US" sz="10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375" y="1576495"/>
            <a:ext cx="2392539" cy="4573689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72200" y="6089904"/>
            <a:ext cx="2710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카카오맵에서 내 가게 찾기</a:t>
            </a:r>
            <a:endParaRPr lang="en-US" sz="10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665" y="1576495"/>
            <a:ext cx="2392539" cy="4573689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654490" y="6089904"/>
            <a:ext cx="2710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"누가 운영하나요" 화면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263640" y="2788920"/>
            <a:ext cx="1505331" cy="274320"/>
          </a:xfrm>
          <a:prstGeom prst="roundRect">
            <a:avLst>
              <a:gd name="adj" fmla="val 50000"/>
            </a:avLst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  <a:effectLst>
            <a:outerShdw sx="100000" sy="100000" kx="0" ky="0" algn="bl" rotWithShape="0" blurRad="76200" dist="25400" dir="5400000">
              <a:srgbClr val="16181C">
                <a:alpha val="22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6263640" y="2788920"/>
            <a:ext cx="15053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주소·전화가 자동으로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8745930" y="2788920"/>
            <a:ext cx="2265426" cy="274320"/>
          </a:xfrm>
          <a:prstGeom prst="roundRect">
            <a:avLst>
              <a:gd name="adj" fmla="val 50000"/>
            </a:avLst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  <a:effectLst>
            <a:outerShdw sx="100000" sy="100000" kx="0" ky="0" algn="bl" rotWithShape="0" blurRad="76200" dist="25400" dir="5400000">
              <a:srgbClr val="16181C">
                <a:alpha val="22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8745930" y="2788920"/>
            <a:ext cx="2265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-2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 가게에요" 를 고르면 10%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시작하기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사장님은 장사만 하세요. 나머지는 알아서 돌아갑니다.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85800" y="2286000"/>
            <a:ext cx="420624" cy="420624"/>
          </a:xfrm>
          <a:prstGeom prst="ellipse">
            <a:avLst/>
          </a:prstGeom>
          <a:solidFill>
            <a:srgbClr val="E4EDFD"/>
          </a:solidFill>
          <a:ln w="12700">
            <a:solidFill>
              <a:srgbClr val="E4EDF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62" y="2395362"/>
            <a:ext cx="201900" cy="201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28600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오면 폰으로 QR 한 번 찍기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6060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하실 일은 이게 전부입니다.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3108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42900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손님이 실제로 쓴 이용권만 모아 매주 등록 계좌로 들어옵니다. 수수료 뗀 금액 그대로, 별도 정산 수수료 없이. 얼마 팔렸고 얼마 들어올지는 매장 화면에 항상 떠 있어서 궁금해서 전화하실 일이 없습니다. 어떤 이용권이 언제 많이 팔리는지도 보입니다.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4663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바꾸고 싶을 때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495604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가격, 수량, 유효기간은 언제든 수정, 바쁘면 판매 중지. 계약 기간이 없으니 그만두는 것도 사장님 마음입니다.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85800" y="5596128"/>
            <a:ext cx="5852160" cy="530352"/>
          </a:xfrm>
          <a:prstGeom prst="roundRect">
            <a:avLst>
              <a:gd name="adj" fmla="val 17241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05840" y="5596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계좌는 사장님 본인만 바꿀 수 있습니다. </a:t>
            </a:r>
            <a:pPr algn="ctr" indent="0" marL="0">
              <a:buNone/>
            </a:pPr>
            <a:r>
              <a:rPr lang="en-US" sz="1150" spc="-30" kern="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운영을 누구에게 맡겨도.</a:t>
            </a:r>
            <a:endParaRPr lang="en-US" sz="11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8253" y="717213"/>
            <a:ext cx="2813205" cy="537785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15400" y="5998464"/>
            <a:ext cx="30589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화면 (예시 데이터)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81228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정산은 매주 자동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81228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신청할 것이 없습니다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6702552" y="2249424"/>
            <a:ext cx="3742303" cy="178308"/>
          </a:xfrm>
          <a:prstGeom prst="line">
            <a:avLst/>
          </a:prstGeom>
          <a:noFill/>
          <a:ln w="12700">
            <a:solidFill>
              <a:srgbClr val="1C69E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656832" y="2203704"/>
            <a:ext cx="91440" cy="91440"/>
          </a:xfrm>
          <a:prstGeom prst="ellips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0362559" y="2345436"/>
            <a:ext cx="164592" cy="164592"/>
          </a:xfrm>
          <a:prstGeom prst="ellipse">
            <a:avLst/>
          </a:prstGeom>
          <a:solidFill>
            <a:srgbClr val="1C69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812280" y="3429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들어올 돈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6812280" y="3703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 끝난 금액이 먼저 보입니다</a:t>
            </a:r>
            <a:endParaRPr lang="en-US" sz="980" dirty="0"/>
          </a:p>
        </p:txBody>
      </p:sp>
      <p:sp>
        <p:nvSpPr>
          <p:cNvPr id="27" name="Shape 22"/>
          <p:cNvSpPr/>
          <p:nvPr/>
        </p:nvSpPr>
        <p:spPr>
          <a:xfrm>
            <a:off x="6702552" y="3575304"/>
            <a:ext cx="3742303" cy="222199"/>
          </a:xfrm>
          <a:prstGeom prst="line">
            <a:avLst/>
          </a:prstGeom>
          <a:noFill/>
          <a:ln w="12700">
            <a:solidFill>
              <a:srgbClr val="1C69E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656832" y="3529584"/>
            <a:ext cx="91440" cy="91440"/>
          </a:xfrm>
          <a:prstGeom prst="ellips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362559" y="3715207"/>
            <a:ext cx="164592" cy="164592"/>
          </a:xfrm>
          <a:prstGeom prst="ellipse">
            <a:avLst/>
          </a:prstGeom>
          <a:solidFill>
            <a:srgbClr val="1C69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812280" y="4754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 내역과 상태</a:t>
            </a:r>
            <a:endParaRPr lang="en-US" sz="1250" dirty="0"/>
          </a:p>
        </p:txBody>
      </p:sp>
      <p:sp>
        <p:nvSpPr>
          <p:cNvPr id="31" name="Text 26"/>
          <p:cNvSpPr txBox="1"/>
          <p:nvPr/>
        </p:nvSpPr>
        <p:spPr>
          <a:xfrm>
            <a:off x="6812280" y="5029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98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언제 얼마가 갔는지 남습니다</a:t>
            </a:r>
            <a:endParaRPr lang="en-US" sz="980" dirty="0"/>
          </a:p>
        </p:txBody>
      </p:sp>
      <p:sp>
        <p:nvSpPr>
          <p:cNvPr id="32" name="Shape 27"/>
          <p:cNvSpPr/>
          <p:nvPr/>
        </p:nvSpPr>
        <p:spPr>
          <a:xfrm>
            <a:off x="6702552" y="4901184"/>
            <a:ext cx="3742303" cy="217170"/>
          </a:xfrm>
          <a:prstGeom prst="line">
            <a:avLst/>
          </a:prstGeom>
          <a:noFill/>
          <a:ln w="12700">
            <a:solidFill>
              <a:srgbClr val="1C69EF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656832" y="4855464"/>
            <a:ext cx="91440" cy="91440"/>
          </a:xfrm>
          <a:prstGeom prst="ellipse">
            <a:avLst/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10362559" y="5036058"/>
            <a:ext cx="164592" cy="164592"/>
          </a:xfrm>
          <a:prstGeom prst="ellipse">
            <a:avLst/>
          </a:prstGeom>
          <a:solidFill>
            <a:srgbClr val="1C69EF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시작하기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5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시작하는 길은 셋입니다. 어느 길이든 손님이 낸 돈은 매장 계좌로만 갑니다.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288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하시면 10%, 대행사와 함께하시면 5%입니다. 대행사 보수는 사장님과 대행사가 정하고, 유어딜 몫이 아니라 매장 몫 안에서 나갑니다.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331720"/>
            <a:ext cx="3454298" cy="457200"/>
          </a:xfrm>
          <a:prstGeom prst="roundRect">
            <a:avLst>
              <a:gd name="adj" fmla="val 24000"/>
            </a:avLst>
          </a:prstGeom>
          <a:solidFill>
            <a:srgbClr val="1C69EF"/>
          </a:solidFill>
          <a:ln w="12700">
            <a:solidFill>
              <a:srgbClr val="1C69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3317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사장님이 직접 (수수료 10%)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926080"/>
            <a:ext cx="345429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17296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252728" y="315468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urdeal.kr 카카오 로그인</a:t>
            </a:r>
            <a:endParaRPr lang="en-US" sz="1030" dirty="0"/>
          </a:p>
        </p:txBody>
      </p:sp>
      <p:sp>
        <p:nvSpPr>
          <p:cNvPr id="14" name="Shape 11"/>
          <p:cNvSpPr/>
          <p:nvPr/>
        </p:nvSpPr>
        <p:spPr>
          <a:xfrm>
            <a:off x="914400" y="3593592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252728" y="3575304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카카오맵에서 내 가게 찾기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914400" y="401421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400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252728" y="3995928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사업자등록증 사진 한 장</a:t>
            </a:r>
            <a:endParaRPr lang="en-US" sz="1030" dirty="0"/>
          </a:p>
        </p:txBody>
      </p:sp>
      <p:sp>
        <p:nvSpPr>
          <p:cNvPr id="20" name="Shape 17"/>
          <p:cNvSpPr/>
          <p:nvPr/>
        </p:nvSpPr>
        <p:spPr>
          <a:xfrm>
            <a:off x="914400" y="443484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252728" y="4416552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문자 받고 첫 이용권 올리기</a:t>
            </a:r>
            <a:endParaRPr lang="en-US" sz="1030" dirty="0"/>
          </a:p>
        </p:txBody>
      </p:sp>
      <p:sp>
        <p:nvSpPr>
          <p:cNvPr id="23" name="Shape 20"/>
          <p:cNvSpPr/>
          <p:nvPr/>
        </p:nvSpPr>
        <p:spPr>
          <a:xfrm>
            <a:off x="914400" y="48554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252728" y="4837176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오면 QR 한 번 찍기</a:t>
            </a:r>
            <a:endParaRPr lang="en-US" sz="1030" dirty="0"/>
          </a:p>
        </p:txBody>
      </p:sp>
      <p:sp>
        <p:nvSpPr>
          <p:cNvPr id="26" name="Shape 23"/>
          <p:cNvSpPr/>
          <p:nvPr/>
        </p:nvSpPr>
        <p:spPr>
          <a:xfrm>
            <a:off x="914400" y="527608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5276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252728" y="525780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정산 확인</a:t>
            </a:r>
            <a:endParaRPr lang="en-US" sz="1030" dirty="0"/>
          </a:p>
        </p:txBody>
      </p:sp>
      <p:sp>
        <p:nvSpPr>
          <p:cNvPr id="29" name="Shape 26"/>
          <p:cNvSpPr/>
          <p:nvPr/>
        </p:nvSpPr>
        <p:spPr>
          <a:xfrm>
            <a:off x="914400" y="5605272"/>
            <a:ext cx="299709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400" y="5669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10분. 막히면 카카오톡 채널로 "등록 도와주세요"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368698" y="2331720"/>
            <a:ext cx="3454298" cy="457200"/>
          </a:xfrm>
          <a:prstGeom prst="roundRect">
            <a:avLst>
              <a:gd name="adj" fmla="val 24000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68698" y="23317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대신 (수수료 10%)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368698" y="2926080"/>
            <a:ext cx="345429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597298" y="317296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97298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4935626" y="315468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카카오톡 채널에 "등록 도와주세요"</a:t>
            </a:r>
            <a:endParaRPr lang="en-US" sz="1030" dirty="0"/>
          </a:p>
        </p:txBody>
      </p:sp>
      <p:sp>
        <p:nvSpPr>
          <p:cNvPr id="37" name="Shape 34"/>
          <p:cNvSpPr/>
          <p:nvPr/>
        </p:nvSpPr>
        <p:spPr>
          <a:xfrm>
            <a:off x="4597298" y="3593592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597298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39" name="Text 36"/>
          <p:cNvSpPr txBox="1"/>
          <p:nvPr/>
        </p:nvSpPr>
        <p:spPr>
          <a:xfrm>
            <a:off x="4935626" y="3575304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전화로 메뉴, 가격, 사진을 받습니다</a:t>
            </a:r>
            <a:endParaRPr lang="en-US" sz="1030" dirty="0"/>
          </a:p>
        </p:txBody>
      </p:sp>
      <p:sp>
        <p:nvSpPr>
          <p:cNvPr id="40" name="Shape 37"/>
          <p:cNvSpPr/>
          <p:nvPr/>
        </p:nvSpPr>
        <p:spPr>
          <a:xfrm>
            <a:off x="4597298" y="401421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597298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4935626" y="3995928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유어딜이 매장과 첫 이용권을 만듭니다</a:t>
            </a:r>
            <a:endParaRPr lang="en-US" sz="1030" dirty="0"/>
          </a:p>
        </p:txBody>
      </p:sp>
      <p:sp>
        <p:nvSpPr>
          <p:cNvPr id="43" name="Shape 40"/>
          <p:cNvSpPr/>
          <p:nvPr/>
        </p:nvSpPr>
        <p:spPr>
          <a:xfrm>
            <a:off x="4597298" y="443484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597298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4935626" y="4416552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사장님은 등록증 사진과 승인 확인만</a:t>
            </a:r>
            <a:endParaRPr lang="en-US" sz="1030" dirty="0"/>
          </a:p>
        </p:txBody>
      </p:sp>
      <p:sp>
        <p:nvSpPr>
          <p:cNvPr id="46" name="Shape 43"/>
          <p:cNvSpPr/>
          <p:nvPr/>
        </p:nvSpPr>
        <p:spPr>
          <a:xfrm>
            <a:off x="4597298" y="48554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597298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48" name="Text 45"/>
          <p:cNvSpPr txBox="1"/>
          <p:nvPr/>
        </p:nvSpPr>
        <p:spPr>
          <a:xfrm>
            <a:off x="4935626" y="4837176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오면 QR 한 번 찍기</a:t>
            </a:r>
            <a:endParaRPr lang="en-US" sz="1030" dirty="0"/>
          </a:p>
        </p:txBody>
      </p:sp>
      <p:sp>
        <p:nvSpPr>
          <p:cNvPr id="49" name="Shape 46"/>
          <p:cNvSpPr/>
          <p:nvPr/>
        </p:nvSpPr>
        <p:spPr>
          <a:xfrm>
            <a:off x="4597298" y="527608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597298" y="5276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4935626" y="525780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매주 정산 확인</a:t>
            </a:r>
            <a:endParaRPr lang="en-US" sz="1030" dirty="0"/>
          </a:p>
        </p:txBody>
      </p:sp>
      <p:sp>
        <p:nvSpPr>
          <p:cNvPr id="52" name="Shape 49"/>
          <p:cNvSpPr/>
          <p:nvPr/>
        </p:nvSpPr>
        <p:spPr>
          <a:xfrm>
            <a:off x="4597298" y="5605272"/>
            <a:ext cx="299709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597298" y="5669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폰이 익숙하지 않으셔도 됩니다. 사람이 합니다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8051597" y="2331720"/>
            <a:ext cx="3454298" cy="457200"/>
          </a:xfrm>
          <a:prstGeom prst="roundRect">
            <a:avLst>
              <a:gd name="adj" fmla="val 24000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051597" y="233172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대행사와 함께 (수수료 5%)</a:t>
            </a:r>
            <a:endParaRPr lang="en-US" sz="1250" dirty="0"/>
          </a:p>
        </p:txBody>
      </p:sp>
      <p:sp>
        <p:nvSpPr>
          <p:cNvPr id="56" name="Shape 53"/>
          <p:cNvSpPr/>
          <p:nvPr/>
        </p:nvSpPr>
        <p:spPr>
          <a:xfrm>
            <a:off x="8051597" y="2926080"/>
            <a:ext cx="345429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1A2C42">
                <a:alpha val="7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8280197" y="317296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80197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59" name="Text 56"/>
          <p:cNvSpPr txBox="1"/>
          <p:nvPr/>
        </p:nvSpPr>
        <p:spPr>
          <a:xfrm>
            <a:off x="8618525" y="315468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대행사가 매장을 "중개"로 등록</a:t>
            </a:r>
            <a:endParaRPr lang="en-US" sz="1030" dirty="0"/>
          </a:p>
        </p:txBody>
      </p:sp>
      <p:sp>
        <p:nvSpPr>
          <p:cNvPr id="60" name="Shape 57"/>
          <p:cNvSpPr/>
          <p:nvPr/>
        </p:nvSpPr>
        <p:spPr>
          <a:xfrm>
            <a:off x="8280197" y="3593592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280197" y="3593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8618525" y="3575304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대행사가 이용권과 인플루언서를 운영</a:t>
            </a:r>
            <a:endParaRPr lang="en-US" sz="1030" dirty="0"/>
          </a:p>
        </p:txBody>
      </p:sp>
      <p:sp>
        <p:nvSpPr>
          <p:cNvPr id="63" name="Shape 60"/>
          <p:cNvSpPr/>
          <p:nvPr/>
        </p:nvSpPr>
        <p:spPr>
          <a:xfrm>
            <a:off x="8280197" y="401421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280197" y="4014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65" name="Text 62"/>
          <p:cNvSpPr txBox="1"/>
          <p:nvPr/>
        </p:nvSpPr>
        <p:spPr>
          <a:xfrm>
            <a:off x="8618525" y="3995928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사장님은 본인 카카오로 소유자 확인</a:t>
            </a:r>
            <a:endParaRPr lang="en-US" sz="1030" dirty="0"/>
          </a:p>
        </p:txBody>
      </p:sp>
      <p:sp>
        <p:nvSpPr>
          <p:cNvPr id="66" name="Shape 63"/>
          <p:cNvSpPr/>
          <p:nvPr/>
        </p:nvSpPr>
        <p:spPr>
          <a:xfrm>
            <a:off x="8280197" y="4434840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280197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50" dirty="0"/>
          </a:p>
        </p:txBody>
      </p:sp>
      <p:sp>
        <p:nvSpPr>
          <p:cNvPr id="68" name="Text 65"/>
          <p:cNvSpPr txBox="1"/>
          <p:nvPr/>
        </p:nvSpPr>
        <p:spPr>
          <a:xfrm>
            <a:off x="8618525" y="4416552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정산 계좌는 사장님만 등록</a:t>
            </a:r>
            <a:endParaRPr lang="en-US" sz="1030" dirty="0"/>
          </a:p>
        </p:txBody>
      </p:sp>
      <p:sp>
        <p:nvSpPr>
          <p:cNvPr id="69" name="Shape 66"/>
          <p:cNvSpPr/>
          <p:nvPr/>
        </p:nvSpPr>
        <p:spPr>
          <a:xfrm>
            <a:off x="8280197" y="4855464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280197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50" dirty="0"/>
          </a:p>
        </p:txBody>
      </p:sp>
      <p:sp>
        <p:nvSpPr>
          <p:cNvPr id="71" name="Text 68"/>
          <p:cNvSpPr txBox="1"/>
          <p:nvPr/>
        </p:nvSpPr>
        <p:spPr>
          <a:xfrm>
            <a:off x="8618525" y="4837176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손님 오면 QR 한 번 찍기</a:t>
            </a:r>
            <a:endParaRPr lang="en-US" sz="1030" dirty="0"/>
          </a:p>
        </p:txBody>
      </p:sp>
      <p:sp>
        <p:nvSpPr>
          <p:cNvPr id="72" name="Shape 69"/>
          <p:cNvSpPr/>
          <p:nvPr/>
        </p:nvSpPr>
        <p:spPr>
          <a:xfrm>
            <a:off x="8280197" y="5276088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80197" y="52760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50" dirty="0"/>
          </a:p>
        </p:txBody>
      </p:sp>
      <p:sp>
        <p:nvSpPr>
          <p:cNvPr id="74" name="Text 71"/>
          <p:cNvSpPr txBox="1"/>
          <p:nvPr/>
        </p:nvSpPr>
        <p:spPr>
          <a:xfrm>
            <a:off x="8618525" y="5257800"/>
            <a:ext cx="26770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3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 보수는 매장과 대행사가 정합니다</a:t>
            </a:r>
            <a:endParaRPr lang="en-US" sz="1030" dirty="0"/>
          </a:p>
        </p:txBody>
      </p:sp>
      <p:sp>
        <p:nvSpPr>
          <p:cNvPr id="75" name="Shape 72"/>
          <p:cNvSpPr/>
          <p:nvPr/>
        </p:nvSpPr>
        <p:spPr>
          <a:xfrm>
            <a:off x="8280197" y="5605272"/>
            <a:ext cx="2997098" cy="0"/>
          </a:xfrm>
          <a:prstGeom prst="line">
            <a:avLst/>
          </a:prstGeom>
          <a:noFill/>
          <a:ln w="9525">
            <a:solidFill>
              <a:srgbClr val="E6E2DE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80197" y="5669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1C69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대행사는 계좌를 못 건드립니다. 권한은 언제든 회수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57200"/>
            <a:ext cx="943138" cy="23774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933895" y="457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시작하기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62910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유어딜 매장 사장님 소개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74375" y="62910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05156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700" b="1" spc="-6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일단 메뉴 하나만 올려보세요.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685800" y="1965960"/>
            <a:ext cx="6949440" cy="1783080"/>
          </a:xfrm>
          <a:prstGeom prst="roundRect">
            <a:avLst>
              <a:gd name="adj" fmla="val 7179"/>
            </a:avLst>
          </a:prstGeom>
          <a:solidFill>
            <a:srgbClr val="EEF3FE"/>
          </a:solidFill>
          <a:ln w="12700">
            <a:solidFill>
              <a:srgbClr val="EEF3F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2057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가입비도 없고, 계약 기간도 없고, 안 팔리면 나가는 돈도 없습니다. 제일 자신 있는 메뉴 하나로 시작해서, 맞는다 싶으면 늘리고 아니면 내리면 됩니다.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시작이 어려우시면 카카오톡으로 "등록 도와주세요" 한 마디만 남겨 주세요. 사람이 답합니다.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0233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A85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시작하는 방법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4343400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4343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43251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로그인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4325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urdeal.kr 에서 카카오로 로그인합니다.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" y="4946904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4946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49286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등록 (10분)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3520440" y="49286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urdeal.kr/store/new 에서 내 가게를 찾고 등록증 사진을 올립니다.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" y="5550408"/>
            <a:ext cx="329184" cy="329184"/>
          </a:xfrm>
          <a:prstGeom prst="ellipse">
            <a:avLst/>
          </a:prstGeom>
          <a:solidFill>
            <a:srgbClr val="1C69EF"/>
          </a:solidFill>
          <a:ln w="15875">
            <a:solidFill>
              <a:srgbClr val="1C69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5550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143000" y="5532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-30" kern="0" dirty="0">
                <a:solidFill>
                  <a:srgbClr val="1618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이용권 올리기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3520440" y="5532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B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문자를 받으면 메뉴 하나를 올립니다. 그날부터 팔립니다.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229600" y="1965960"/>
            <a:ext cx="3276295" cy="4023360"/>
          </a:xfrm>
          <a:prstGeom prst="roundRect">
            <a:avLst>
              <a:gd name="adj" fmla="val 3907"/>
            </a:avLst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549640" y="224028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</a:t>
            </a:r>
            <a:endParaRPr lang="en-US" sz="11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2734056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915400" y="2697480"/>
            <a:ext cx="2270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urdeal.kr/store/new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8915400" y="3008376"/>
            <a:ext cx="2270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매장 등록</a:t>
            </a:r>
            <a:endParaRPr lang="en-US" sz="9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3511296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915400" y="3474720"/>
            <a:ext cx="2270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pf.kakao.com/_AITdn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8915400" y="3785616"/>
            <a:ext cx="2270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카카오톡 채널 상담. "등록 도와주세요"</a:t>
            </a:r>
            <a:endParaRPr lang="en-US" sz="9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4288536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8915400" y="4251960"/>
            <a:ext cx="2270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30" kern="0" dirty="0">
                <a:solidFill>
                  <a:srgbClr val="F8F7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jiwon@ur-team.com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8915400" y="4562856"/>
            <a:ext cx="2270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8549640" y="548640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6A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리스터코퍼레이션 · 사업자등록번호 479-09-02930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 title(slide, text, { dark = false, y = 1.15, size = 27, w = W - 2 * M } = {}) {
    T(slide, text, { x: M, y, w, h: 0.9, fontSize: size, bold: true, color: dark ? C.darkText : C.ink, valign: 'top', lineSpacingMultiple: 1.15, charSpacing: -0.6 });
  }</dc:title>
  <dc:subject>PptxGenJS Presentation</dc:subject>
  <dc:creator>리스터코퍼레이션</dc:creator>
  <cp:lastModifiedBy>리스터코퍼레이션</cp:lastModifiedBy>
  <cp:revision>1</cp:revision>
  <dcterms:created xsi:type="dcterms:W3CDTF">2026-10-12T14:00:49Z</dcterms:created>
  <dcterms:modified xsi:type="dcterms:W3CDTF">2026-10-12T14:00:49Z</dcterms:modified>
</cp:coreProperties>
</file>