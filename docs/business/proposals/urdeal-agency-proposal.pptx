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 가운데는 /seller/influencers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2026-09-07 실측: 활성 338 중 slug demo-deal-* 286 + seller_id 없는 숙박 데모 51, 실제 매장(홍대돈까스) 1.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데려오시면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가져갑니다.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유어딜은 5%에서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대부분의 플랫폼 제안서가 여기를 흐리게 씁니다. 유어딜은 구조가 단순해서 흐릴 것이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장부와 정산 화면에 귀사에 대한 지급은 한 줄도 등장하지 않습니다. 귀사의 거래 상대는 매장입니다.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서명도 서류도 없이 대행사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나중엔 매장 주인이나 유어딜만 바꿀 수 있으니 등록할 때 정확히 고르세요. 확인 PIN도 여기서.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773" y="817733"/>
            <a:ext cx="2708039" cy="517681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7208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9738466" y="1188720"/>
            <a:ext cx="17674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(2026.9.13 실측)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738466" y="153619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</a:t>
            </a:r>
            <a:endParaRPr lang="en-US" sz="2100" dirty="0"/>
          </a:p>
        </p:txBody>
      </p:sp>
      <p:sp>
        <p:nvSpPr>
          <p:cNvPr id="34" name="Text 30"/>
          <p:cNvSpPr txBox="1"/>
          <p:nvPr/>
        </p:nvSpPr>
        <p:spPr>
          <a:xfrm>
            <a:off x="9738466" y="193852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738466" y="224942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738466" y="235915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9738466" y="276148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738466" y="307238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466" y="318211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</a:t>
            </a:r>
            <a:endParaRPr lang="en-US" sz="2100" dirty="0"/>
          </a:p>
        </p:txBody>
      </p:sp>
      <p:sp>
        <p:nvSpPr>
          <p:cNvPr id="40" name="Text 36"/>
          <p:cNvSpPr txBox="1"/>
          <p:nvPr/>
        </p:nvSpPr>
        <p:spPr>
          <a:xfrm>
            <a:off x="9738466" y="358444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738466" y="389534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738466" y="400507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</a:t>
            </a:r>
            <a:endParaRPr lang="en-US" sz="2100" dirty="0"/>
          </a:p>
        </p:txBody>
      </p:sp>
      <p:sp>
        <p:nvSpPr>
          <p:cNvPr id="43" name="Text 39"/>
          <p:cNvSpPr txBox="1"/>
          <p:nvPr/>
        </p:nvSpPr>
        <p:spPr>
          <a:xfrm>
            <a:off x="9738466" y="440740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9738466" y="471830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738466" y="482803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</a:t>
            </a:r>
            <a:endParaRPr lang="en-US" sz="2100" dirty="0"/>
          </a:p>
        </p:txBody>
      </p:sp>
      <p:sp>
        <p:nvSpPr>
          <p:cNvPr id="46" name="Text 42"/>
          <p:cNvSpPr txBox="1"/>
          <p:nvPr/>
        </p:nvSpPr>
        <p:spPr>
          <a:xfrm>
            <a:off x="9738466" y="523036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9738466" y="5669280"/>
            <a:ext cx="17674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설득할 재료는 계약서가 아니라 시스템입니다.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5800" y="28346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07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54680" y="29718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9718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907792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28269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101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154680" y="3374136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33741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310128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68503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71246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변경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154680" y="377647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77647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3712464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서버가 거부합니다. 계좌는 끝 4자리만 보입니다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4087368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14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154680" y="4178808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54680" y="4178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931920" y="411480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448970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451713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154680" y="4581144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54680" y="458114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931920" y="4517136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8920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49194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154680" y="498348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4680" y="498348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3931920" y="4919472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529437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394960"/>
            <a:ext cx="7955280" cy="868680"/>
          </a:xfrm>
          <a:prstGeom prst="roundRect">
            <a:avLst>
              <a:gd name="adj" fmla="val 1473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60120" y="539496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매장의 돈이 다른 곳으로 갈 수 있는 경로가 시스템에 없습니다. 사장님께 "제가 통장을 못 건드립니다"라고 말씀하시고 화면으로 보여 주시면 됩니다. 이 문장 하나가 계약서 열 장보다 잘 통합니다.</a:t>
            </a:r>
            <a:endParaRPr lang="en-US" sz="110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두 가지는 정직하게 말씀드립니다.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파트너가 시간을 들일지 판단하시려면 이 부분을 아셔야 합니다. 감추지 않겠습니다.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31720"/>
            <a:ext cx="7772400" cy="2057400"/>
          </a:xfrm>
          <a:prstGeom prst="roundRect">
            <a:avLst>
              <a:gd name="adj" fmla="val 6222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14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유어딜의 상태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788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초기입니다.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카탈로그에 이용권이 337개 올라와 있지만 그중 실제 매장이 등록한 것은 1개이고, 나머지는 화면을 채우려고 넣은 데모입니다. 승인된 매장은 한 곳, 소비자 결제가 본격적으로 돌기 전입니다. 지금 오시는 파트너는 매대가 이미 붐비는 곳에 들어오시는 것이 아닙니다.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5661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대신 수수료 구조와 권한 설계는 코드로 확정되어 라이브에 있습니다.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526280"/>
            <a:ext cx="77724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05840" y="4663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95604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곳, 그다음 8주에 열 곳.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시작하는 방법.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매장과 귀사의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9360" y="1965960"/>
            <a:ext cx="5196535" cy="4069080"/>
          </a:xfrm>
          <a:prstGeom prst="roundRect">
            <a:avLst>
              <a:gd name="adj" fmla="val 3146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21671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29400" y="251460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51460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807208"/>
            <a:ext cx="4099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29400" y="341071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3410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41071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등록하면서 중개로 지정하십시오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703320"/>
            <a:ext cx="4099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화면의 "누가 운영하나요"에서 중개를 고르면 그 매장은 5%가 적용됩니다. 매장 주인이나 유어딜만 바꿀 수 있으니 처음에 정확히.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29400" y="4306824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306824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운영비를 합의하십시오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599432"/>
            <a:ext cx="4099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이 협의에 관여하지 않습니다. 95% 안에서 자유롭게 정하시면 됩니다.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629400" y="4965192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9400" y="503834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100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85816"/>
            <a:ext cx="146304" cy="14630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876288" y="533095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1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96128"/>
            <a:ext cx="146304" cy="14630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76288" y="5541264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1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806440"/>
            <a:ext cx="146304" cy="14630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76288" y="5751576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2026-09-13T15:10:48Z</dcterms:created>
  <dcterms:modified xsi:type="dcterms:W3CDTF">2026-09-13T15:10:48Z</dcterms:modified>
</cp:coreProperties>
</file>