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2026-09-04 대표 확정.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확정: "중개사가 5% 내에서 가져가는 게 아니라 나머지 95%에서 매장이랑 거래".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보수율은 매장과 귀사의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오른쪽은 /seller/stores 실제 UI 를 예시 데이터로 렌더한 캡처(프로덕션 무접촉).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2026-09-07 실측. 가운데는 /seller/influencers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2026-09-07 실측: 활성 338 중 slug demo-deal-* 286 + seller_id 없는 숙박 데모 51, 실제 매장(홍대돈까스) 1. 귀속 미추적은 SellerOperatingSummaryPage 헤더 주석 그대로. 오른쪽은 /seller/operating 실제 UI + 예시 데이터.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 채널 변경은 POST /api/seller/stores/:id/channel (소유자만) + 어드민.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데려오시면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가져갑니다.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그 안에서 매장과 직접 거래하십시오. 귀사의 보수를 유어딜이 정하지 않고, 상한도 두지 않습니다.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귀사와의 거래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한 장으로 줄이면 이렇습니다.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메뉴 하나가 곧 상품입니다.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(241개)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13일 urdeal.kr 활성 이용권 337개의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유어딜은 5%에서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대부분의 플랫폼 제안서가 여기를 흐리게 씁니다. 유어딜은 구조가 단순해서 흐릴 것이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보수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직접 정하는 금액. 유어딜은 이 거래의 당사자가 아니고, 상한도 두지 않습니다.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정하는 %. 귀속과 지급은 유어딜이 자동 처리합니다.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매장에 여유를 남겨 귀사가 그 안에서 거래하시라는 뜻입니다. 귀사의 단가는 유어딜이 아니라 귀사와 매장이 정합니다.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85800" y="599846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정산은 매장 계좌로만 갑니다. 귀사 보수는 매장이 귀사에게 직접 지급하고, 유어딜 장부에는 그 지급이 한 줄도 등장하지 않습니다.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되는가. 가정은 전부 공개합니다.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48,617원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923,714원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97,233원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보수 (3% 예시)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29,170원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797,311원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유어딜이 정한 값이 아니라 계산을 보여 드리려고 넣은 값입니다. 2%로도, 5%로도, 매장별로 다르게도 하실 수 있습니다.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972만원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924만원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2,917만원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2,771만원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88만원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9,723만원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9,237만원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292만원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9,170만원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7,711만원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875만원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1" name="Text 58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하는 이유도 숫자입니다. 광고비 선지출이 없습니다.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 3%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가지가 되면 데려오세요.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서명도 서류도 없이 대행사 폰으로 끝납니다.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등록은 귀사 계정으로 해도 되지만, 정산 계좌는 사장님이 소유자가 된 뒤에만 넣을 수 있습니다(17장). 확인 PIN도 여기서.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하는 말 네 마디와, 거절 다섯 가지의 답.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섭외, 계약, 정산이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773" y="817733"/>
            <a:ext cx="2708039" cy="517681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7208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9738466" y="1188720"/>
            <a:ext cx="17674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(2026.9.13 실측)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9738466" y="153619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201,471</a:t>
            </a:r>
            <a:endParaRPr lang="en-US" sz="2100" dirty="0"/>
          </a:p>
        </p:txBody>
      </p:sp>
      <p:sp>
        <p:nvSpPr>
          <p:cNvPr id="34" name="Text 30"/>
          <p:cNvSpPr txBox="1"/>
          <p:nvPr/>
        </p:nvSpPr>
        <p:spPr>
          <a:xfrm>
            <a:off x="9738466" y="193852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9738466" y="224942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738466" y="235915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46,220</a:t>
            </a:r>
            <a:endParaRPr lang="en-US" sz="2100" dirty="0"/>
          </a:p>
        </p:txBody>
      </p:sp>
      <p:sp>
        <p:nvSpPr>
          <p:cNvPr id="37" name="Text 33"/>
          <p:cNvSpPr txBox="1"/>
          <p:nvPr/>
        </p:nvSpPr>
        <p:spPr>
          <a:xfrm>
            <a:off x="9738466" y="276148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738466" y="307238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738466" y="318211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</a:t>
            </a:r>
            <a:endParaRPr lang="en-US" sz="2100" dirty="0"/>
          </a:p>
        </p:txBody>
      </p:sp>
      <p:sp>
        <p:nvSpPr>
          <p:cNvPr id="40" name="Text 36"/>
          <p:cNvSpPr txBox="1"/>
          <p:nvPr/>
        </p:nvSpPr>
        <p:spPr>
          <a:xfrm>
            <a:off x="9738466" y="358444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9738466" y="389534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738466" y="400507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</a:t>
            </a:r>
            <a:endParaRPr lang="en-US" sz="2100" dirty="0"/>
          </a:p>
        </p:txBody>
      </p:sp>
      <p:sp>
        <p:nvSpPr>
          <p:cNvPr id="43" name="Text 39"/>
          <p:cNvSpPr txBox="1"/>
          <p:nvPr/>
        </p:nvSpPr>
        <p:spPr>
          <a:xfrm>
            <a:off x="9738466" y="440740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9738466" y="471830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738466" y="482803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9,939</a:t>
            </a:r>
            <a:endParaRPr lang="en-US" sz="2100" dirty="0"/>
          </a:p>
        </p:txBody>
      </p:sp>
      <p:sp>
        <p:nvSpPr>
          <p:cNvPr id="46" name="Text 42"/>
          <p:cNvSpPr txBox="1"/>
          <p:nvPr/>
        </p:nvSpPr>
        <p:spPr>
          <a:xfrm>
            <a:off x="9738466" y="523036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9738466" y="5669280"/>
            <a:ext cx="17674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명의 일주일.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요약의 매장별 매출과 주문을 사장님께 보내고, 계약대로 청구합니다.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설득할 재료는 계약서가 아니라 시스템입니다.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85800" y="283464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077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154680" y="2971800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9718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90779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22783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2552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154680" y="3319272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54680" y="33192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325526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357530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6027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154680" y="3666744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54680" y="366674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360273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검색과 딜 제안까지 매장 대신 합니다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3922776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9502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등록과 변경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3154680" y="4014216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54680" y="40142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3931920" y="39502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주인만. 사장님이 소유자가 되기 전엔 계좌가 비어 정산이 나가지 않습니다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4270248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42976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154680" y="4361688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54680" y="436168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3931920" y="42976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85800" y="461772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4645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3154680" y="4709160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4680" y="470916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3931920" y="46451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96519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580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154680" y="5056632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54680" y="505663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3931920" y="49926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85800" y="531266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5413248"/>
            <a:ext cx="7955280" cy="804672"/>
          </a:xfrm>
          <a:prstGeom prst="roundRect">
            <a:avLst>
              <a:gd name="adj" fmla="val 1590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5413248"/>
            <a:ext cx="7406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매장의 돈이 다른 곳으로 갈 수 있는 경로가 시스템에 없습니다. 사장님께 "제가 통장을 못 건드립니다"라고 말씀하시고 화면으로 보여 주시면 됩니다. 이 문장 하나가 계약서 열 장보다 잘 통합니다.</a:t>
            </a:r>
            <a:endParaRPr lang="en-US" sz="1050" dirty="0"/>
          </a:p>
        </p:txBody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대행사에게 붙여 드리는 것 여섯 가지.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한 장 안내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사용법이 적힌 매장용 안내 한 장을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두 가지는 정직하게 말씀드립니다.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파트너가 시간을 들일지 판단하시려면 이 부분을 아셔야 합니다. 감추지 않겠습니다.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31720"/>
            <a:ext cx="7772400" cy="2057400"/>
          </a:xfrm>
          <a:prstGeom prst="roundRect">
            <a:avLst>
              <a:gd name="adj" fmla="val 6222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5146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유어딜의 상태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788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초기입니다. </a:t>
            </a:r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카탈로그에 이용권이 337개 올라와 있지만 그중 실제 매장이 등록한 것은 1개이고, 나머지는 화면을 채우려고 넣은 데모입니다. 승인된 매장은 한 곳, 소비자 결제가 본격적으로 돌기 전입니다. 지금 오시는 파트너는 매대가 이미 붐비는 곳에 들어오시는 것이 아닙니다.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56616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대신 수수료 구조와 권한 설계는 코드로 확정되어 라이브에 있습니다. </a:t>
            </a:r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운영 요약 화면은 만들겠다는 약속이 아니라 지금 작동하는 기능입니다. 바뀔 수 있는 것은 요율 수치이고, 어드민 조정값이라 파트너와 합의 없이 움직이지 않습니다.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4526280"/>
            <a:ext cx="77724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005840" y="4663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운영자별 매출 귀속은 추적하지 않습니다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95604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숫자는 그 매장의 총액이고, 화면 자체가 그 사실을 문장으로 밝힙니다. "제가 만든 매출입니다"라고 쓸 수 있는 숫자는 드리지 않습니다. 방어 가능한 근거는 운영 시작 이후 구간뿐이고, 확정된 주문만 셉니다.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"중개사가 5% 내에서 가져가는 게 아니라, 나머지 95%에서 매장이랑 거래를 하는 거지. 5%는 중개사일 때 유어딜의 수수료인 거고."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4일 확정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곳, 그다음 8주에 열 곳.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화면 네 장이면 끝납니다. 그래서 매장이 올리면 팔립니다.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질문과, 시작하는 방법.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보수는 매장이 귀사에게 직접 지급하고(세금계산서도 귀사와 매장 사이),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309360" y="1828800"/>
            <a:ext cx="5196535" cy="4160520"/>
          </a:xfrm>
          <a:prstGeom prst="roundRect">
            <a:avLst>
              <a:gd name="adj" fmla="val 307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20299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629400" y="237744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086600" y="237744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66090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6629400" y="3282696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29400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282696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중개로 등록하고, 운영비는 매장과 합의하십시오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566160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중개를 고르면 5%. 귀사 보수는 95% 안에서 매장과 정하고, 매장이 귀사에게 직접 지급합니다.</a:t>
            </a:r>
            <a:endParaRPr lang="en-US" sz="980" dirty="0"/>
          </a:p>
        </p:txBody>
      </p:sp>
      <p:sp>
        <p:nvSpPr>
          <p:cNvPr id="24" name="Shape 21"/>
          <p:cNvSpPr/>
          <p:nvPr/>
        </p:nvSpPr>
        <p:spPr>
          <a:xfrm>
            <a:off x="6629400" y="418795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2940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18795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소유자로 세우십시오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47141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 urdeal.kr/store/find 에서 등록증을 올리면 유어딜이 확인해 소유자로 지정합니다. 그 전엔 정산 계좌가 없어 정산이 나가지 않습니다.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6629400" y="5084064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29400" y="512064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9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431536"/>
            <a:ext cx="146304" cy="146304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876288" y="537667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10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614416"/>
            <a:ext cx="146304" cy="146304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876288" y="555955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1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797296"/>
            <a:ext cx="146304" cy="14630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876288" y="574243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900" dirty="0"/>
          </a:p>
        </p:txBody>
      </p:sp>
      <p:sp>
        <p:nvSpPr>
          <p:cNvPr id="36" name="Text 30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13일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2026-09-14T05:57:22Z</dcterms:created>
  <dcterms:modified xsi:type="dcterms:W3CDTF">2026-09-14T05:57:22Z</dcterms:modified>
</cp:coreProperties>
</file>