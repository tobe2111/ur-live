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2026-09-04 대표 확정.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확정: "중개사가 5% 내에서 가져가는 게 아니라 나머지 95%에서 매장이랑 거래".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"플랜별 기능 비교" 장치. 사실: fee-resolver.ts(직접 10 / 중개 5) · store-operator-model §7(운영자 권한·계좌 owner 전용·회수) · influencer-store-intro-commission.ts(직접 입점만).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보수율은 매장과 귀사의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사장님 덱 2장(한계 비교표)과 같은 논리. 체험단 = 사장님 덱 표지의 "무료 식사를 내드리고 후기를 받는"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노드 전부 현행 기능(seller-stores · 상품 · seller-influencers · auto-settlement · SellerOperatingSummaryPage). 4.8배는 09-13 카탈로그 평균가 실측. 구조 설명이지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운영 매장 요약(SellerOperatingSummaryPage) · 보수 무관여(09-04 대표 확정) · influencer-deals 귀속 · store-operator-model §7(계좌 owner 전용).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"목표별 추천 조합" 장치. 사장님 덱 03-2 와 같은 표(문구만 대행사 시점). 필드: 상품 할인율·수량·유효기간·사용조건 프리셋·influencer-deals 소개비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2026-09-13 실측. 오른쪽은 /admin/influencer-pool 데스크톱 캡처(capture-admin-shots.mjs — 이메일·IG·TT 블러).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필터·정렬·표 컬럼은 SellerInfluencersPage.tsx 실제 UI(카테고리 select, FOLLOWER_BANDS, sort 5종, 컬럼 프로필·팔로워·게시물·평균 조회·평균 댓글). 연락처 비공개 + 유어딜 발송은 같은 화면 안내 문구.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전용 링크·유어샵: influencer-deals(수락 시 링크 발급). 유어쇼츠: /videos + 이용권 상세 ProductShortsField. 결제 기준 커미션: order-commissions.ts. 채널별 기대는 운영 가이드이지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 인출선 좌표는 seller-operators.jpg 실측(초대 입력 31% · 운영자 행 44% · 회수 버튼 47%/우측 87%).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"초기입니다(337 중 실제 1)" 블록 제거(대표 — 사장님 덱과 같은 판단). 귀속 미추적은 SellerOperatingSummaryPage 헤더 주석 그대로.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사실: 소유자 지정·계좌 owner 전용(store-operator-model §7) · influencer-deals · influencer-payout.ts · SellerOperatingSummaryPage · 보수 무관여(09-04).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 채널 변경은 POST /api/seller/stores/:id/channel (소유자만) + 어드민.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모으고 대신 운영해 주실 파트너를 찾습니다. 유어딜은 중개 매장에서 5%만 받고, 나머지는 매장과 귀사가 정합니다.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소개해 주시면,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받습니다.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그 안에서 매장과 직접 거래하십시오. 귀사의 보수를 유어딜이 정하지 않고, 상한도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귀사와의 거래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바쁘실 테니, 한 장으로 먼저 정리했습니다.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구조와 돈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이용권이 무엇이고, 손님이 낸 돈이 어디로 가고, 매장 한 곳이 귀사에게 얼마가 되는지. 가정은 전부 표에 적었습니다.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흐름과 직접·경유 비교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1곳의 단위 경제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사장님의 셈법과 비교표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도는 바퀴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하나가 곧 상품입니다.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어디로 갈까요? 유어딜 몫은 5%에서 끝납니다.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단순해서 흐릴 것이 없습니다. 카드 결제 수수료까지 같은 그림에 적었습니다.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보수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직접 정하는 금액. 유어딜은 이 거래의 당사자가 아니고, 상한도 두지 않습니다.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정하는 %. 귀속과 지급은 유어딜이 자동 처리합니다.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6" name="Text 30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Text 33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매장에 여유를 남겨 귀사가 그 안에서 거래하시라는 뜻입니다. 귀사의 단가는 유어딜이 아니라 귀사와 매장이 정합니다.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685800" y="5961888"/>
            <a:ext cx="10820095" cy="310896"/>
          </a:xfrm>
          <a:prstGeom prst="roundRect">
            <a:avLst>
              <a:gd name="adj" fmla="val 2941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1005840" y="5961888"/>
            <a:ext cx="10180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 계좌로만 갑니다. 귀사 보수는 매장이 귀사에게 직접 지급하고, 유어딜 장부에는 한 줄도 등장하지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입점과 대행사 경유, 무엇이 같고 무엇이 다른지 표 한 장으로.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셀러 대시보드, 같은 결제와 정산입니다. 다른 것은 요율 하나와 "누가 운영하나" 뿐입니다.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793992" y="2350008"/>
            <a:ext cx="4690872" cy="3913632"/>
          </a:xfrm>
          <a:prstGeom prst="roundRect">
            <a:avLst>
              <a:gd name="adj" fmla="val 233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4231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063240" y="242316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직접 입점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2423160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경유 (귀사)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5800" y="26974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752344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8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2752344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10%</a:t>
            </a:r>
            <a:endParaRPr lang="en-US" sz="108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752344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5%. 차액은 유어딜이 덜 받는 것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685800" y="314553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182112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080" dirty="0"/>
          </a:p>
        </p:txBody>
      </p:sp>
      <p:sp>
        <p:nvSpPr>
          <p:cNvPr id="18" name="Text 15"/>
          <p:cNvSpPr txBox="1"/>
          <p:nvPr/>
        </p:nvSpPr>
        <p:spPr>
          <a:xfrm>
            <a:off x="3063240" y="3182112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</a:t>
            </a:r>
            <a:endParaRPr lang="en-US" sz="108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3182112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계정으로 등록해도 됩니다 (10분)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685800" y="357530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11880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운영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3063240" y="3611880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611880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운영자 권한으로 대신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685800" y="400507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041648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3063240" y="4041648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직접, 또는 유어딜이 대행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4041648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귀사가 DB에서 골라 제안. 발송은 유어딜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685800" y="443484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4471416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3063240" y="4471416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사장님만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6903720" y="4471416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사장님만. 소유자 확인 전엔 정산이 나가지 않습니다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685800" y="48646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901184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</a:t>
            </a:r>
            <a:endParaRPr lang="en-US" sz="1080" dirty="0"/>
          </a:p>
        </p:txBody>
      </p:sp>
      <p:sp>
        <p:nvSpPr>
          <p:cNvPr id="34" name="Text 31"/>
          <p:cNvSpPr txBox="1"/>
          <p:nvPr/>
        </p:nvSpPr>
        <p:spPr>
          <a:xfrm>
            <a:off x="3063240" y="4901184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</a:t>
            </a:r>
            <a:endParaRPr lang="en-US" sz="1080" dirty="0"/>
          </a:p>
        </p:txBody>
      </p:sp>
      <p:sp>
        <p:nvSpPr>
          <p:cNvPr id="35" name="Text 32"/>
          <p:cNvSpPr txBox="1"/>
          <p:nvPr/>
        </p:nvSpPr>
        <p:spPr>
          <a:xfrm>
            <a:off x="6903720" y="4901184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 안에서 매장과 직접 계약. 상한 없음, 유어딜 무관여</a:t>
            </a:r>
            <a:endParaRPr lang="en-US" sz="1080" dirty="0"/>
          </a:p>
        </p:txBody>
      </p:sp>
      <p:sp>
        <p:nvSpPr>
          <p:cNvPr id="36" name="Shape 33"/>
          <p:cNvSpPr/>
          <p:nvPr/>
        </p:nvSpPr>
        <p:spPr>
          <a:xfrm>
            <a:off x="685800" y="529437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5330952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영입 2%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3063240" y="5330952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몫에서 1년간 지급</a:t>
            </a:r>
            <a:endParaRPr lang="en-US" sz="1080" dirty="0"/>
          </a:p>
        </p:txBody>
      </p:sp>
      <p:sp>
        <p:nvSpPr>
          <p:cNvPr id="39" name="Text 36"/>
          <p:cNvSpPr txBox="1"/>
          <p:nvPr/>
        </p:nvSpPr>
        <p:spPr>
          <a:xfrm>
            <a:off x="6903720" y="5330952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 (직접 입점 매장만)</a:t>
            </a:r>
            <a:endParaRPr lang="en-US" sz="1080" dirty="0"/>
          </a:p>
        </p:txBody>
      </p:sp>
      <p:sp>
        <p:nvSpPr>
          <p:cNvPr id="40" name="Shape 37"/>
          <p:cNvSpPr/>
          <p:nvPr/>
        </p:nvSpPr>
        <p:spPr>
          <a:xfrm>
            <a:off x="685800" y="572414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760720"/>
            <a:ext cx="22402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회수</a:t>
            </a:r>
            <a:endParaRPr lang="en-US" sz="1080" dirty="0"/>
          </a:p>
        </p:txBody>
      </p:sp>
      <p:sp>
        <p:nvSpPr>
          <p:cNvPr id="42" name="Text 39"/>
          <p:cNvSpPr txBox="1"/>
          <p:nvPr/>
        </p:nvSpPr>
        <p:spPr>
          <a:xfrm>
            <a:off x="3063240" y="5760720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없음</a:t>
            </a:r>
            <a:endParaRPr lang="en-US" sz="1080" dirty="0"/>
          </a:p>
        </p:txBody>
      </p:sp>
      <p:sp>
        <p:nvSpPr>
          <p:cNvPr id="43" name="Text 40"/>
          <p:cNvSpPr txBox="1"/>
          <p:nvPr/>
        </p:nvSpPr>
        <p:spPr>
          <a:xfrm>
            <a:off x="6903720" y="5760720"/>
            <a:ext cx="44622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언제든. 이용권·주문·리뷰는 매장에 남습니다</a:t>
            </a:r>
            <a:endParaRPr lang="en-US" sz="1080" dirty="0"/>
          </a:p>
        </p:txBody>
      </p:sp>
      <p:sp>
        <p:nvSpPr>
          <p:cNvPr id="44" name="Shape 41"/>
          <p:cNvSpPr/>
          <p:nvPr/>
        </p:nvSpPr>
        <p:spPr>
          <a:xfrm>
            <a:off x="685800" y="615391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870448"/>
            <a:ext cx="10820095" cy="384048"/>
          </a:xfrm>
          <a:prstGeom prst="roundRect">
            <a:avLst>
              <a:gd name="adj" fmla="val 2381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005840" y="5870448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10%의 차이는 귀사 몫이 아니라 유어딜이 덜 받는 것.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보수는 95% 안에서 매장과 정합니다.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되는지, 가정까지 함께 적었습니다.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보수 (3% 예시)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유어딜이 정한 값이 아니라 계산을 보여 드리려고 넣은 값입니다. 2%로도, 5%로도, 매장별로 다르게도 하실 수 있습니다.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2" name="Text 59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하시는 이유도 숫자에 있습니다. 광고비를 먼저 내지 않으니까요.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 3% (계약 예시)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2" name="Text 28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40" name="Text 34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4" name="Text 37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이미 써 본 방식과 나란히 놓으면, 설명이 짧아집니다.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무료 식사를 내드리고 후기를 받는 구조이고, 광고는 노출을 삽니다. 유어딜은 손님이 결제한 이용권만 세고, 그 뒤에만 수수료가 나갑니다. 사장님 앞에서 이 표 한 장이면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60120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· 블로그 마케팅</a:t>
            </a:r>
            <a:endParaRPr lang="en-US" sz="13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66160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4440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제공 + 대행비 선지출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187952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노출 수·방문자 수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09744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34440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남지만 손님 결제는 확인 못 함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31536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34440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건당 비용이 먼저 나감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368698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4368698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4368698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643018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 · 검색 광고</a:t>
            </a:r>
            <a:endParaRPr lang="en-US" sz="13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3018" y="3566160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917338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광고비 또는 클릭당 과금</a:t>
            </a:r>
            <a:endParaRPr lang="en-US" sz="11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3018" y="4187952"/>
            <a:ext cx="182880" cy="1828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917338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클릭·노출</a:t>
            </a:r>
            <a:endParaRPr lang="en-US" sz="11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3018" y="4809744"/>
            <a:ext cx="182880" cy="18288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4917338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끄면 같이 끝남</a:t>
            </a:r>
            <a:endParaRPr lang="en-US" sz="11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3018" y="5431536"/>
            <a:ext cx="182880" cy="18288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4917338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위에 광고비가 얹힘</a:t>
            </a:r>
            <a:endParaRPr lang="en-US" sz="1100" dirty="0"/>
          </a:p>
        </p:txBody>
      </p:sp>
      <p:sp>
        <p:nvSpPr>
          <p:cNvPr id="32" name="Shape 21"/>
          <p:cNvSpPr/>
          <p:nvPr/>
        </p:nvSpPr>
        <p:spPr>
          <a:xfrm>
            <a:off x="8051597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8051597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3"/>
          <p:cNvSpPr/>
          <p:nvPr/>
        </p:nvSpPr>
        <p:spPr>
          <a:xfrm>
            <a:off x="8051597" y="3063240"/>
            <a:ext cx="3454298" cy="201168"/>
          </a:xfrm>
          <a:prstGeom prst="rect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8325917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이용권</a:t>
            </a:r>
            <a:endParaRPr lang="en-US" sz="135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5917" y="3566160"/>
            <a:ext cx="182880" cy="18288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600237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0원, 팔린 뒤에만 수수료</a:t>
            </a:r>
            <a:endParaRPr lang="en-US" sz="11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5917" y="4187952"/>
            <a:ext cx="182880" cy="182880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8600237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결제 건수와 입금액</a:t>
            </a:r>
            <a:endParaRPr lang="en-US" sz="11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25917" y="4809744"/>
            <a:ext cx="182880" cy="18288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8600237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먼저 결제하고 가게에 옴</a:t>
            </a:r>
            <a:endParaRPr lang="en-US" sz="1100" dirty="0"/>
          </a:p>
        </p:txBody>
      </p:sp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25917" y="5431536"/>
            <a:ext cx="182880" cy="18288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8600237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미사용은 손님에게 100% 자동 환불</a:t>
            </a:r>
            <a:endParaRPr lang="en-US" sz="1100" dirty="0"/>
          </a:p>
        </p:txBody>
      </p:sp>
      <p:sp>
        <p:nvSpPr>
          <p:cNvPr id="44" name="Text 29"/>
          <p:cNvSpPr txBox="1"/>
          <p:nvPr/>
        </p:nvSpPr>
        <p:spPr>
          <a:xfrm>
            <a:off x="685800" y="5989320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체험단·광고의 항목은 일반적인 상품 구조를 요약한 것이고 업체마다 다릅니다. 유어딜 항목은 라이브 설정값입니다.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구조와 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돌면, 다음 매장은 그 숫자로 설득됩니다.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바퀴는 담당자 한 분이 한 매장에서 하는 일 전부입니다. 매장이 늘수록 같은 바퀴가 여러 개 돕니다.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10분, 담당자 폰으로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연다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메뉴 두세 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인플루언서를 붙인다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골라 제안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결제하고 방문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것만 주간 정산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보고·청구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 그대로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도는 바퀴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1명, 매장 N곳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보고서가 화면에 있습니다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요약에 매장별 매출과 주문이 뜹니다. 첫 매장의 이 화면이 두 번째 매장을 설득하는 자료가 됩니다.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만든 이용권은 계속 팝니다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이용권과 매장 페이지는 남고, 인플루언서 링크와 유어샵도 남습니다. 매달 새로 여는 캠페인이 아닙니다.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큰 업종으로 갈수록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평균가는 식사의 4.8배입니다. 같은 바퀴를 돌려도 귀사 보수의 재원이 그만큼 커집니다.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모은다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매장을 데려올지, 어떤 대행사에 맞는지, 사장님 앞에서 10분에 끝내는 등록, 대본, 그리고 목표별 이용권 설계.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가지 체크리스트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대행사에 맞습니다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10분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대본과 거절 답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목표별 이용권 설계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가지만 맞으면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4" name="Text 15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5" name="Shape 16"/>
          <p:cNvSpPr/>
          <p:nvPr/>
        </p:nvSpPr>
        <p:spPr>
          <a:xfrm>
            <a:off x="685800" y="5779008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1005840" y="5779008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돈을 팔린 뒤에만 내는 걸로 바꾸자"가 통합니다.</a:t>
            </a:r>
            <a:endParaRPr lang="en-US" sz="11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대행사에 맞습니다. 지금 겪고 계신 말로 적었습니다.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오른쪽은 유어딜이 대신해 주는 것이 아니라, 구조가 그렇게 되어 있어서 귀사가 그 자리에서 쓸 수 있는 것입니다.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체험단을 돌려 온 대행사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"후기는 남는데 사장님이 효과를 못 느끼세요."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건수와 입금액이 매장 화면에 남습니다. 그 숫자가 보고서입니다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대신 손님이 결제하고 옵니다. 대행비 선지급이 없습니다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광고 대행사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 광고 대행은 남는 게 없어요."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보수는 95% 안에서 매장과 정하고 상한이 없습니다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 내는 돈은 0. 매장에서 팔린 만큼만 유어딜 5%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매니지먼트 · MCN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"소속 크리에이터에게 줄 딜이 부족해요."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등록하고 소속 채널에 딜을 붙이면 소개비가 자동 귀속됩니다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귀속, 확정, 원천징수, 지급은 유어딜이 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매장을 한 번에 보는 곳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"매장마다 계정을 따로 만들기가 번거로워요."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권한 하나로 여러 매장을 한 대시보드에서 봅니다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매장 주인만. 귀사는 통장을 못 건드립니다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10분이면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없이, 담당자 폰으로 끝납니다.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등록은 귀사 계정으로 해도 되지만, 정산 계좌는 사장님이 소유자가 된 뒤에만 넣을 수 있습니다(17장). 확인 PIN도 여기서.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2" name="Shape 25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8732520" y="2240280"/>
            <a:ext cx="193967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9" name="Text 30"/>
          <p:cNvSpPr txBox="1"/>
          <p:nvPr/>
        </p:nvSpPr>
        <p:spPr>
          <a:xfrm>
            <a:off x="8732520" y="2240280"/>
            <a:ext cx="1939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 검색으로 주소 자동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드릴 말씀 네 마디와, 거절에 대한 답 다섯 가지를 준비했습니다.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매장을 모은다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목표를 물으면, 이 표에서 한 줄을 고르십시오.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칸 전부 이용권 등록 화면의 입력값입니다. 유어딜이 정한 요율이 아니라 매장과 귀사가 정하는 값이라, 상담 자리에서 바로 바꿔도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714232" y="2487168"/>
            <a:ext cx="2770632" cy="2944368"/>
          </a:xfrm>
          <a:prstGeom prst="roundRect">
            <a:avLst>
              <a:gd name="adj" fmla="val 33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603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매장의 목표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2560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5603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256032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56032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56032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85800" y="283464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889504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손님 만들기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06040" y="288950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88950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2889504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2889504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823960" y="2889504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 정도. 동네 채널 한두 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334670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3832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매출 채우기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2606040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15~20%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38328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3383280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338328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점심 11~15시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3383280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없어도 됩니다. 조건이 곧 홍보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38404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3877056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 반응 보기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387705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387705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74920" y="387705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37960" y="387705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823960" y="3877056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팔리는 속도가 곧 답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85800" y="433425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4370832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늘리기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606040" y="437083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370832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074920" y="437083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90일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6537960" y="43708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823960" y="4370832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매장 단톡방·인스타에 직접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2803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486460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숙박·뷰티처럼 객단가가 큰 곳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606040" y="4864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3840480" y="4864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20장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5074920" y="4864608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537960" y="486460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필수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823960" y="486460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5~8%. 단가가 커서 % 는 낮게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85800" y="53218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85800" y="5742432"/>
            <a:ext cx="10820095" cy="420624"/>
          </a:xfrm>
          <a:prstGeom prst="roundRect">
            <a:avLst>
              <a:gd name="adj" fmla="val 2173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05840" y="5742432"/>
            <a:ext cx="101800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값은 권장 설정이지 약속이 아닙니다.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 돌려 보고 화면의 숫자로 다시 정하면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인플루언서와 운영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 화면 안에서 끝나는 인플루언서 일, 담당자의 일주일, 그리고 "왜 남에게 계정을 맡기죠?"에 시스템이 답하는 방법.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붙이기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고르는 기준과 채널별 기대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담당자의 일주일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표와 운영자 화면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해 주는 것, 미리 말씀드리는 것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일은 화면 안에서 끝납니다.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76288" y="1069848"/>
            <a:ext cx="4702759" cy="216818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43000"/>
            <a:ext cx="4556455" cy="2021882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949440" y="3347762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풀 (실제 화면, 연락처는 가렸습니다)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9585655" y="1033272"/>
            <a:ext cx="1396746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9585655" y="1033272"/>
            <a:ext cx="1396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가렸습니다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6949440" y="373181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(2026-09-13 실측)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6949440" y="4006130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150" dirty="0"/>
          </a:p>
        </p:txBody>
      </p:sp>
      <p:sp>
        <p:nvSpPr>
          <p:cNvPr id="38" name="Text 34"/>
          <p:cNvSpPr txBox="1"/>
          <p:nvPr/>
        </p:nvSpPr>
        <p:spPr>
          <a:xfrm>
            <a:off x="9455490" y="4006130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201,471명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6949440" y="4335314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9455490" y="4335314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46,220명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6949440" y="4637066"/>
            <a:ext cx="455645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949440" y="4664498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150" dirty="0"/>
          </a:p>
        </p:txBody>
      </p:sp>
      <p:sp>
        <p:nvSpPr>
          <p:cNvPr id="43" name="Text 39"/>
          <p:cNvSpPr txBox="1"/>
          <p:nvPr/>
        </p:nvSpPr>
        <p:spPr>
          <a:xfrm>
            <a:off x="9455490" y="4664498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6949440" y="4993682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9455490" y="4993682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6949440" y="5322866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150" dirty="0"/>
          </a:p>
        </p:txBody>
      </p:sp>
      <p:sp>
        <p:nvSpPr>
          <p:cNvPr id="47" name="Text 43"/>
          <p:cNvSpPr txBox="1"/>
          <p:nvPr/>
        </p:nvSpPr>
        <p:spPr>
          <a:xfrm>
            <a:off x="9455490" y="5322866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9,939명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6949440" y="5697770"/>
            <a:ext cx="4556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수만 보고 고르지 않으셔도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걸러 주는 기준이 화면에 있습니다.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390607"/>
            <a:ext cx="193121" cy="19312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228600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52728" y="260604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맛집, 뷰티, 여행, 육아처럼 채널이 실제로 다루는 주제로 거릅니다. 매장 업종과 맞는 채널만 남습니다.</a:t>
            </a:r>
            <a:endParaRPr lang="en-US" sz="1080" dirty="0"/>
          </a:p>
        </p:txBody>
      </p:sp>
      <p:sp>
        <p:nvSpPr>
          <p:cNvPr id="11" name="Shape 7"/>
          <p:cNvSpPr/>
          <p:nvPr/>
        </p:nvSpPr>
        <p:spPr>
          <a:xfrm>
            <a:off x="685800" y="3154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259287"/>
            <a:ext cx="193121" cy="19312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52728" y="315468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구간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252728" y="34747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1천 미만부터 10만 이상까지 구간으로 봅니다. 동네 매장은 큰 채널보다 동네에서 읽히는 중간 채널이 맞습니다.</a:t>
            </a:r>
            <a:endParaRPr lang="en-US" sz="1080" dirty="0"/>
          </a:p>
        </p:txBody>
      </p:sp>
      <p:sp>
        <p:nvSpPr>
          <p:cNvPr id="15" name="Shape 10"/>
          <p:cNvSpPr/>
          <p:nvPr/>
        </p:nvSpPr>
        <p:spPr>
          <a:xfrm>
            <a:off x="685800" y="402336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07" y="4127967"/>
            <a:ext cx="193121" cy="19312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52728" y="40233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다섯 가지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252728" y="43434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팔로워순, 평균 조회순, 게시물순, 댓글순, 추천순. 팔로워는 많은데 조회가 낮은 채널은 여기서 걸러집니다.</a:t>
            </a:r>
            <a:endParaRPr lang="en-US" sz="1080" dirty="0"/>
          </a:p>
        </p:txBody>
      </p:sp>
      <p:sp>
        <p:nvSpPr>
          <p:cNvPr id="19" name="Shape 13"/>
          <p:cNvSpPr/>
          <p:nvPr/>
        </p:nvSpPr>
        <p:spPr>
          <a:xfrm>
            <a:off x="685800" y="489204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407" y="4996647"/>
            <a:ext cx="193121" cy="1931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52728" y="48920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표에 보이는 것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252728" y="521208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프로필, 팔로워, 게시물 수, 평균 조회, 평균 댓글. 연락처는 대행사에게도 안 보이고, 제안은 유어딜이 대신 보냅니다.</a:t>
            </a:r>
            <a:endParaRPr lang="en-US" sz="1080" dirty="0"/>
          </a:p>
        </p:txBody>
      </p:sp>
      <p:sp>
        <p:nvSpPr>
          <p:cNvPr id="23" name="Shape 16"/>
          <p:cNvSpPr/>
          <p:nvPr/>
        </p:nvSpPr>
        <p:spPr>
          <a:xfrm>
            <a:off x="685800" y="5760720"/>
            <a:ext cx="6583680" cy="438912"/>
          </a:xfrm>
          <a:prstGeom prst="roundRect">
            <a:avLst>
              <a:gd name="adj" fmla="val 291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14400" y="576072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출처: </a:t>
            </a:r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수집한 인플루언서 DB 201,471명 (2026-09-13 실측). 채널 활동 지표는 주기적으로 다시 잽니다.</a:t>
            </a:r>
            <a:endParaRPr lang="en-US" sz="10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382" y="843022"/>
            <a:ext cx="2944664" cy="56291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183880" y="6364224"/>
            <a:ext cx="3167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(/seller/influencers, 예시 데이터)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8092440" y="2331720"/>
            <a:ext cx="226542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8" name="Text 20"/>
          <p:cNvSpPr txBox="1"/>
          <p:nvPr/>
        </p:nvSpPr>
        <p:spPr>
          <a:xfrm>
            <a:off x="8092440" y="2331720"/>
            <a:ext cx="226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· 팔로워 구간 · 정렬</a:t>
            </a:r>
            <a:endParaRPr lang="en-US" sz="950" dirty="0"/>
          </a:p>
        </p:txBody>
      </p:sp>
      <p:sp>
        <p:nvSpPr>
          <p:cNvPr id="29" name="Shape 21"/>
          <p:cNvSpPr/>
          <p:nvPr/>
        </p:nvSpPr>
        <p:spPr>
          <a:xfrm>
            <a:off x="8092440" y="4114800"/>
            <a:ext cx="1288161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0" name="Text 22"/>
          <p:cNvSpPr txBox="1"/>
          <p:nvPr/>
        </p:nvSpPr>
        <p:spPr>
          <a:xfrm>
            <a:off x="8092440" y="4114800"/>
            <a:ext cx="12881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골라서 제안 접수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채널마다 하는 일이 다릅니다. 이용권 링크 하나가 네 곳에 실립니다.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인플루언서에게는 전용 링크와 유어샵이 생기고, 그 링크로 들어온 결제만 소개비로 잡힙니다. 노출을 세지 않고 결제를 셉니다.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94" y="2834274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검색에서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검색으로 찾는 손님에게 매장 이름을 먼저 보여 줍니다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안의 이용권 링크가 결제로 이어집니다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368" y="2834274"/>
            <a:ext cx="201900" cy="2019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이용권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하나로 여러 이용권을 함께 소개할 수 있습니다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542" y="2834274"/>
            <a:ext cx="201900" cy="20190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유어샵으로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716" y="2834274"/>
            <a:ext cx="201900" cy="201900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채널 없이도 소개 커미션이 잡힙니다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분의 일주일입니다.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1" name="Text 35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남에게 계정을 맡기죠?" 계약서가 아니라 시스템이 답합니다.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" y="283464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077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81528" y="298094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81528" y="29809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3840480" y="290779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685800" y="324612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2735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081528" y="334670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81528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840480" y="327355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85800" y="361188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6393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081528" y="371246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081528" y="37124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3840480" y="363931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검색과 딜 제안까지 매장 대신 합니다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85800" y="397764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081528" y="407822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81528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400507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980" dirty="0"/>
          </a:p>
        </p:txBody>
      </p:sp>
      <p:sp>
        <p:nvSpPr>
          <p:cNvPr id="30" name="Shape 27"/>
          <p:cNvSpPr/>
          <p:nvPr/>
        </p:nvSpPr>
        <p:spPr>
          <a:xfrm>
            <a:off x="685800" y="434340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3708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081528" y="444398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528" y="44439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3840480" y="437083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980" dirty="0"/>
          </a:p>
        </p:txBody>
      </p:sp>
      <p:sp>
        <p:nvSpPr>
          <p:cNvPr id="35" name="Shape 32"/>
          <p:cNvSpPr/>
          <p:nvPr/>
        </p:nvSpPr>
        <p:spPr>
          <a:xfrm>
            <a:off x="685800" y="470916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365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081528" y="480974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081528" y="4809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73659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685800" y="507492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102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3081528" y="5175504"/>
            <a:ext cx="640080" cy="182880"/>
          </a:xfrm>
          <a:prstGeom prst="roundRect">
            <a:avLst>
              <a:gd name="adj" fmla="val 60000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1528" y="51755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3840480" y="510235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980" dirty="0"/>
          </a:p>
        </p:txBody>
      </p:sp>
      <p:sp>
        <p:nvSpPr>
          <p:cNvPr id="45" name="Shape 42"/>
          <p:cNvSpPr/>
          <p:nvPr/>
        </p:nvSpPr>
        <p:spPr>
          <a:xfrm>
            <a:off x="685800" y="5440680"/>
            <a:ext cx="6858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85800" y="5559552"/>
            <a:ext cx="6858000" cy="621792"/>
          </a:xfrm>
          <a:prstGeom prst="roundRect">
            <a:avLst>
              <a:gd name="adj" fmla="val 1470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05840" y="5559552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매장의 돈이 다른 곳으로 갈 경로가 시스템에 없습니다.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통장을 못 건드립니다" 한 문장이 계약서 열 장보다 잘 통합니다.</a:t>
            </a:r>
            <a:endParaRPr lang="en-US" sz="1100" dirty="0"/>
          </a:p>
        </p:txBody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7726680" y="2011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핸들로 초대</a:t>
            </a:r>
            <a:endParaRPr lang="en-US" sz="1250" dirty="0"/>
          </a:p>
        </p:txBody>
      </p:sp>
      <p:sp>
        <p:nvSpPr>
          <p:cNvPr id="51" name="Text 47"/>
          <p:cNvSpPr txBox="1"/>
          <p:nvPr/>
        </p:nvSpPr>
        <p:spPr>
          <a:xfrm>
            <a:off x="7726680" y="22860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유어딜 핸들 하나면 됩니다</a:t>
            </a:r>
            <a:endParaRPr lang="en-US" sz="980" dirty="0"/>
          </a:p>
        </p:txBody>
      </p:sp>
      <p:sp>
        <p:nvSpPr>
          <p:cNvPr id="52" name="Shape 48"/>
          <p:cNvSpPr/>
          <p:nvPr/>
        </p:nvSpPr>
        <p:spPr>
          <a:xfrm>
            <a:off x="7616952" y="2157984"/>
            <a:ext cx="2692961" cy="35341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571232" y="21122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0227617" y="242910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726680" y="2971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목록</a:t>
            </a:r>
            <a:endParaRPr lang="en-US" sz="1250" dirty="0"/>
          </a:p>
        </p:txBody>
      </p:sp>
      <p:sp>
        <p:nvSpPr>
          <p:cNvPr id="56" name="Text 52"/>
          <p:cNvSpPr txBox="1"/>
          <p:nvPr/>
        </p:nvSpPr>
        <p:spPr>
          <a:xfrm>
            <a:off x="7726680" y="32461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언제부터인지 남습니다</a:t>
            </a:r>
            <a:endParaRPr lang="en-US" sz="980" dirty="0"/>
          </a:p>
        </p:txBody>
      </p:sp>
      <p:sp>
        <p:nvSpPr>
          <p:cNvPr id="57" name="Shape 53"/>
          <p:cNvSpPr/>
          <p:nvPr/>
        </p:nvSpPr>
        <p:spPr>
          <a:xfrm>
            <a:off x="7616952" y="3118104"/>
            <a:ext cx="2692961" cy="548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71232" y="307238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0227617" y="304129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726680" y="3931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회수는 주인만</a:t>
            </a:r>
            <a:endParaRPr lang="en-US" sz="1250" dirty="0"/>
          </a:p>
        </p:txBody>
      </p:sp>
      <p:sp>
        <p:nvSpPr>
          <p:cNvPr id="61" name="Text 57"/>
          <p:cNvSpPr txBox="1"/>
          <p:nvPr/>
        </p:nvSpPr>
        <p:spPr>
          <a:xfrm>
            <a:off x="7726680" y="4206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언제든 누릅니다</a:t>
            </a:r>
            <a:endParaRPr lang="en-US" sz="980" dirty="0"/>
          </a:p>
        </p:txBody>
      </p:sp>
      <p:sp>
        <p:nvSpPr>
          <p:cNvPr id="62" name="Shape 58"/>
          <p:cNvSpPr/>
          <p:nvPr/>
        </p:nvSpPr>
        <p:spPr>
          <a:xfrm flipH="1">
            <a:off x="7616952" y="3264865"/>
            <a:ext cx="3521903" cy="81335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571232" y="403250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056559" y="3182569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시작하실 때 유어딜이 곁에서 해 드리는 여섯 가지입니다.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소개서 (PDF 15장)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사용법, 목표별 이용권 설계, 자주 묻는 질문까지 담긴 사장님용 소개서를 드립니다. 대행사 이름을 넣어 드립니다.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3" name="Text 24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인플루언서와 운영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가지는 미리 말씀드립니다.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대행을 맡기 전에 아셔야 하는 경계입니다. 감추지 않겠습니다.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7772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005840" y="2560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운영자별 매출 귀속은 추적하지 않습니다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036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숫자는 그 매장의 총액이고, 화면 자체가 그 사실을 문장으로 밝힙니다. "제가 만든 매출입니다"라고 쓸 수 있는 숫자는 드리지 않습니다. 방어 가능한 근거는 운영 시작 이후 구간뿐이고, 확정된 주문만 셉니다. 매장과 보수를 정하실 때 이 기준으로 정하시면 나중에 다툴 일이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160520"/>
            <a:ext cx="7772400" cy="1325880"/>
          </a:xfrm>
          <a:prstGeom prst="roundRect">
            <a:avLst>
              <a:gd name="adj" fmla="val 96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05840" y="43159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구조와 권한 설계는 코드로 확정되어 라이브에 있습니다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6177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만들겠다는 약속이 아니라 지금 작동하는 기능입니다. 바뀔 수 있는 것은 요율 수치이고, 어드민 조정값이라 파트너와 합의 없이 움직이지 않습니다.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"중개사가 5% 내에서 가져가는 게 아니라, 나머지 95%에서 매장이랑 거래를 하는 거지. 5%는 중개사일 때 유어딜의 수수료인 거고."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4일 확정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 조건, 손님 경험 네 화면, 세 당사자의 절차, 남은 질문과 연락처.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사장님·인플루언서·대행사 절차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FAQ와 시작하는 방법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곳만 해 보시죠. 8주에 열 곳이면 구조가 맞는지 판정이 납니다.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장이면 끝납니다. 그래서 매장이 올리면 팔립니다.</a:t>
            </a:r>
            <a:endParaRPr lang="en-US" sz="2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사장님, 인플루언서, 귀사가 각각 하는 일을 한 장에 놓았습니다.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열이 만나는 자리는 하나, 손님의 결제입니다. 돈을 걷거나 나누는 사람은 셋 중 아무도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카카오로 소유자 확인 (등록증 사진)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등록 (본인만)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할인율·수량·기간 승인 또는 위임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보고서 보고 귀사에 보수 지급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일은 QR 하나. 나머지는 위임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소개자 프로필 공개 (팔로워 하한 없음)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제안 수신: 소개비 %, 촬영 지원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수락하면 전용 링크 발급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7일 뒤 확정, 매월 1일 유어딜이 지급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원천징수는 유어딜이 계산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귀사에게도 안 보입니다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(대행사)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 (사업자 인증 10분)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"중개"로 등록 → 5%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2~3개 열기 (사진·정가·판매가·기간)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인플루언서 골라 제안 접수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요약으로 매장에 보고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계약대로 매장에 청구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 내는 돈 0. 보수는 매장과 직접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4 · 시작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질문에 답하고, 시작하는 방법을 남깁니다.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보수는 매장이 귀사에게 직접 지급하고(세금계산서도 귀사와 매장 사이), 유어딜 정산서에 나오지 않습니다.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운영비는 매장과 합의하십시오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귀사 보수는 95% 안에서 매장과 정하고, 매장이 귀사에게 직접 지급합니다.</a:t>
            </a:r>
            <a:endParaRPr lang="en-US" sz="980" dirty="0"/>
          </a:p>
        </p:txBody>
      </p:sp>
      <p:sp>
        <p:nvSpPr>
          <p:cNvPr id="25" name="Shape 22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소유자로 세우십시오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urdeal.kr/store/find 에서 등록증을 올리면 유어딜이 확인해 소유자로 지정합니다. 그 전엔 정산 계좌가 없어 정산이 나가지 않습니다.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394960"/>
            <a:ext cx="137160" cy="13716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876288" y="5340096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  카카오톡 채널</a:t>
            </a:r>
            <a:endParaRPr lang="en-US" sz="10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559552"/>
            <a:ext cx="137160" cy="13716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6876288" y="5504688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0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24144"/>
            <a:ext cx="137160" cy="13716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876288" y="5669280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050" dirty="0"/>
          </a:p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5888736"/>
            <a:ext cx="137160" cy="13716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6876288" y="5833872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2026-09-15T08:14:34Z</dcterms:created>
  <dcterms:modified xsi:type="dcterms:W3CDTF">2026-09-15T08:14:34Z</dcterms:modified>
</cp:coreProperties>
</file>