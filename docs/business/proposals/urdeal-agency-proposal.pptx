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5%: 2026-09-04 확정. 귀사 몫 직접 송금: 2026-09-16 결재 + 09-19 플로우(코드 미착수).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5%: 2026-09-04 대표 확정. 귀사 몫·소개비 직접 송금: 2026-09-16 결재(broker-payout-model 안 1) + 09-19 플로우(매장 등록 때 두 요율). 🚧 코드 미착수.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"플랜별 기능 비교" 장치. 사실: fee-resolver.ts(직접 10 / 중개 5) · store-operator-model §7·§9(운영자 권한·계좌 owner 전용·회수·코드). 영입 2% 행은 09-16 폐지로 삭제. 귀사 몫 송금·코드는 09-19 확정, 코드 미착수.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귀사 몫 %는 매장 등록 때 귀사가 정한다(09-19) —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사장님 덱 2장(한계 비교표)과 같은 논리. 체험단 = 사장님 덱 표지의 "무료 식사를 내드리고 후기를 받는"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노드 전부 현행 기능(seller-stores · 상품 · seller-influencers · auto-settlement · SellerOperatingSummaryPage). 4.8배는 09-13 카탈로그 평균가 실측. 구조 설명이지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운영 매장 요약(SellerOperatingSummaryPage) · 귀사 몫 직접 송금(09-16 결재, 코드 미착수) · 코드 링크 매칭(09-19) · store-operator-model §7·§9(계좌 owner 전용).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+ seller-broker-terms.routes.ts 실재(채널·국세청·등록증·중개사 몫 0~50·인플루언서 상한 0~50·owner_claim 코드 — PR #1499). 오른쪽은 /seller/stores 실제 UI 를 예시 데이터로 렌더한 캡처(코드 열은 캡처 시점 전이라 안 보인다).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사장님 덱 03-2 와 같은 표(문구만 대행사 시점). 필드: 상품 할인율·수량·유효기간·사용조건 프리셋·influencer-deals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필터·정렬·표 컬럼은 SellerInfluencersPage.tsx 실제 UI(카테고리 select, FOLLOWER_BANDS, sort 5종, 컬럼 프로필·팔로워·게시물·평균 조회·평균 댓글). 연락처 비공개 + 유어딜 발송은 같은 화면 안내 문구.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링크·유어샵: influencer-deals(수락 시 링크 발급). 유어쇼츠: /videos + 이용권 상세 ProductShortsField. 결제 기준 커미션: order-commissions.ts. 채널별 기대는 운영 가이드이지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 인출선 좌표는 seller-operators.jpg 실측(초대 입력 31% · 운영자 행 44% · 회수 버튼 47%/우측 87%).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09-19 v8: 09-04 인용을 09-16·09-19 결정으로 교체. 귀사 몫은 매장 단위 %(seller_meta.broker_share_pct). PR #1499: 코드·협업 코드·성과 화면은 라이브, broker-share.ts 는 게이트 broker_share_enabled OFF(STAGING S-BROKER 5건 뒤 대표가 켠다) — 문장이 그 사실을 밝힌다. 오른쪽은 /seller/operating 실제 UI + 예시 데이터(인플루언서별 행은 캡처 시점 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귀사 몫 %는 귀사가 정한다(유어딜이 정하지 않음) — 09-19.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09-19 v8: 세 열을 대표 확정 플로우 11단계로 재배열 — PR #1499 구현(승계 코드 /store/find?code= · 협업 코드 /i/join/:code · 매장 링크 · /seller/operating). 직접 송금은 게이트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auto-settlement.ts, 09-16·09-19 결재. 채널 변경은 POST /api/seller/stores/:id/channel (소유자만) + 어드민. 코드로 주인 되기: /store/find?code= (PR #1499) — 등록증·어드민 승인은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모으고 대신 운영해 주실 파트너를 찾습니다. 유어딜은 중개 매장에서 5%만 받고, 귀사 몫은 매장을 등록할 때 귀사가 정한 %를 유어딜이 직접 보냅니다.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귀사 몫 %와 인플루언서 상한 %는 매장을 등록할 때 귀사가 정하고, 팔린 만큼 유어딜이 각자에게 직접 보냅니다. 귀사 몫에 유어딜이 정한 요율은 없습니다.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몫과 소개비의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인플루언서에게 링크를 보내고, 성과를 대시보드에서 봅니다.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귀사 몫과 인플루언서 소개비가 나갑니다. 귀사 몫과 인플루언서 상한은 등록 때, 개별 소개비는 협업 코드로 정합니다. 송금은 유어딜이 각자에게 직접 합니다.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코드 링크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구조와 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이용권이 무엇이고, 손님이 낸 돈이 어디로 가고, 매장 한 곳이 귀사에게 얼마가 되는지. 가정은 전부 표에 적었습니다.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흐름과 직접·경유 비교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1곳의 단위 경제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셈법과 비교표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도는 바퀴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몫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때 귀사가 정하는 %. 팔린 만큼 유어딜이 귀사 계좌로 직접 보냅니다.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코드에 싣는 %(등록 때 정한 상한 안). 귀속과 지급은 유어딜이 자동 처리합니다.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귀사 몫은 그 95% 안에서 귀사가 등록 때 정한 %이고, 유어딜이 매장 몫에서 떼어 귀사에게 보냅니다. 단가는 유어딜이 정하지 않습니다.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685800" y="5961888"/>
            <a:ext cx="10820095" cy="310896"/>
          </a:xfrm>
          <a:prstGeom prst="roundRect">
            <a:avLst>
              <a:gd name="adj" fmla="val 2941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005840" y="5961888"/>
            <a:ext cx="10180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매장, 귀사, 인플루언서 각자의 계좌로 갑니다. 귀사 몫을 매장에 청구할 일이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입점과 대행사 경유, 무엇이 같고 무엇이 다른지 표 한 장으로.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셀러 대시보드, 같은 결제와 정산입니다. 다른 것은 요율 하나와 "누가 운영하나" 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93992" y="2350008"/>
            <a:ext cx="4690872" cy="3913632"/>
          </a:xfrm>
          <a:prstGeom prst="roundRect">
            <a:avLst>
              <a:gd name="adj" fmla="val 233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23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4231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직접 입점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2423160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경유 (귀사)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97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5234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8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275234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10%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75234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5%. 차액은 유어딜이 덜 받는 것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85800" y="314553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18211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318211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18211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계정으로 (10분). 매장 코드가 생기고 사장님은 그 코드로 가입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85800" y="35753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1188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3063240" y="361188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61188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운영자 권한으로 대신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685800" y="400507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041648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3063240" y="4041648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직접, 또는 유어딜이 대행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041648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DB에서 골라 코드 링크. 탭하면 가입과 매칭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85800" y="44348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471416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3063240" y="4471416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6903720" y="4471416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사장님만. 소유자 확인 전엔 정산이 나가지 않습니다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685800" y="48646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90118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3063240" y="490118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35" name="Text 32"/>
          <p:cNvSpPr txBox="1"/>
          <p:nvPr/>
        </p:nvSpPr>
        <p:spPr>
          <a:xfrm>
            <a:off x="6903720" y="490118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 안에서 등록 때 정한 %. 상한 없음, 유어딜이 직접 송금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685800" y="529437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533095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3063240" y="533095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%</a:t>
            </a:r>
            <a:endParaRPr lang="en-US" sz="1080" dirty="0"/>
          </a:p>
        </p:txBody>
      </p:sp>
      <p:sp>
        <p:nvSpPr>
          <p:cNvPr id="39" name="Text 36"/>
          <p:cNvSpPr txBox="1"/>
          <p:nvPr/>
        </p:nvSpPr>
        <p:spPr>
          <a:xfrm>
            <a:off x="6903720" y="533095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코드의 %. 상한은 등록 때, 딜마다 조정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685800" y="57241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76072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회수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3063240" y="576072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43" name="Text 40"/>
          <p:cNvSpPr txBox="1"/>
          <p:nvPr/>
        </p:nvSpPr>
        <p:spPr>
          <a:xfrm>
            <a:off x="6903720" y="576072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언제든. 이용권·주문·리뷰는 매장에 남습니다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685800" y="615391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870448"/>
            <a:ext cx="10820095" cy="384048"/>
          </a:xfrm>
          <a:prstGeom prst="roundRect">
            <a:avLst>
              <a:gd name="adj" fmla="val 2381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05840" y="5870448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10%의 차이는 귀사 몫이 아니라 유어딜이 덜 받는 것.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95% 안에서 등록 때 정하고, 유어딜이 보냅니다.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(협업 코드 10% 가정)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몫 (3% 예시)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계산을 보여 드리려고 넣은 값입니다. 매장을 등록할 때 귀사가 정하고, 매장마다 다르게 해도 됩니다. 유어딜이 매장 몫에서 떼어 보냅니다.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2" name="Text 59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(협업 코드 예시)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3% (등록 때 정한 예시)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40" name="Text 34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4" name="Text 37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이미 써 본 방식과 나란히 놓으면, 설명이 짧아집니다.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무료 식사를 내드리고 후기를 받는 구조이고, 광고는 노출을 삽니다. 유어딜은 손님이 결제한 이용권만 세고, 그 뒤에만 수수료가 나갑니다. 사장님 앞에서 이 표 한 장이면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· 블로그 마케팅</a:t>
            </a:r>
            <a:endParaRPr lang="en-US" sz="13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제공 + 대행비 선지출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노출 수·방문자 수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9744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남지만 손님 결제는 확인 못 함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31536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비용이 먼저 나감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368698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368698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368698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643018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· 검색 광고</a:t>
            </a:r>
            <a:endParaRPr lang="en-US" sz="13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3566160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917338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광고비 또는 클릭당 과금</a:t>
            </a:r>
            <a:endParaRPr lang="en-US" sz="11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3018" y="4187952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17338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클릭·노출</a:t>
            </a:r>
            <a:endParaRPr lang="en-US" sz="11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3018" y="4809744"/>
            <a:ext cx="182880" cy="18288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917338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끄면 같이 끝남</a:t>
            </a:r>
            <a:endParaRPr lang="en-US" sz="11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3018" y="5431536"/>
            <a:ext cx="182880" cy="18288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4917338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위에 광고비가 얹힘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8051597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8051597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8051597" y="3063240"/>
            <a:ext cx="3454298" cy="20116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325917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이용권</a:t>
            </a:r>
            <a:endParaRPr lang="en-US" sz="135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5917" y="3566160"/>
            <a:ext cx="182880" cy="18288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600237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0원, 팔린 뒤에만 수수료</a:t>
            </a:r>
            <a:endParaRPr lang="en-US" sz="11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5917" y="4187952"/>
            <a:ext cx="182880" cy="18288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8600237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결제 건수와 입금액</a:t>
            </a:r>
            <a:endParaRPr lang="en-US" sz="11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5917" y="4809744"/>
            <a:ext cx="182880" cy="18288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8600237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가게에 옴</a:t>
            </a:r>
            <a:endParaRPr lang="en-US" sz="1100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5917" y="5431536"/>
            <a:ext cx="182880" cy="18288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600237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미사용은 손님에게 100% 자동 환불</a:t>
            </a:r>
            <a:endParaRPr lang="en-US" sz="1100" dirty="0"/>
          </a:p>
        </p:txBody>
      </p:sp>
      <p:sp>
        <p:nvSpPr>
          <p:cNvPr id="44" name="Text 29"/>
          <p:cNvSpPr txBox="1"/>
          <p:nvPr/>
        </p:nvSpPr>
        <p:spPr>
          <a:xfrm>
            <a:off x="685800" y="598932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체험단·광고의 항목은 일반적인 상품 구조를 요약한 것이고 업체마다 다릅니다. 유어딜 항목은 라이브 설정값입니다.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돌면, 다음 매장은 그 숫자로 설득됩니다.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바퀴는 담당자 한 분이 한 매장에서 하는 일 전부입니다. 매장이 늘수록 같은 바퀴가 여러 개 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10분, 담당자 폰으로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연다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두세 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인플루언서를 붙인다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골라 코드 링크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결제하고 방문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것만 주간 정산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송금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도는 바퀴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1명, 매장 N곳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화면에 있습니다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 매장별 매출과 주문이 뜹니다. 첫 매장의 이 화면이 두 번째 매장을 설득하는 자료가 됩니다.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만든 이용권은 계속 팝니다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매장 페이지는 남고, 인플루언서 링크와 유어샵도 남습니다. 매달 새로 여는 캠페인이 아닙니다.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큰 업종으로 갈수록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평균가는 식사의 4.8배입니다. 같은 바퀴를 돌려도 귀사 몫의 재원이 그만큼 커집니다.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모은다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매장을 데려올지, 어떤 대행사에 맞는지, 사장님 앞에서 10분에 끝내는 등록, 대본, 그리고 목표별 이용권 설계.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가지 체크리스트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10분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대본과 거절 답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목표별 이용권 설계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5" name="Shape 16"/>
          <p:cNvSpPr/>
          <p:nvPr/>
        </p:nvSpPr>
        <p:spPr>
          <a:xfrm>
            <a:off x="685800" y="5779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005840" y="5779008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돈을 팔린 뒤에만 내는 걸로 바꾸자"가 통합니다.</a:t>
            </a:r>
            <a:endParaRPr lang="en-US" sz="11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맞습니다. 지금 겪고 계신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대신해 주는 것이 아니라, 구조가 그렇게 되어 있어서 귀사가 그 자리에서 쓸 수 있는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체험단을 돌려 온 대행사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"후기는 남는데 사장님이 효과를 못 느끼세요."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건수와 입금액이 매장 화면에 남습니다. 그 숫자가 보고서입니다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대신 손님이 결제하고 옵니다. 대행비 선지급이 없습니다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광고 대행사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 대행은 남는 게 없어요."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등록 때 귀사가 정하고, 유어딜이 직접 보냅니다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돈은 0. 매장에서 팔린 만큼만 유어딜 5%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매니지먼트 · MCN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"소속 크리에이터에게 줄 딜이 부족해요."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등록하고 소속 채널에 코드 링크를 보내면 탭 한 번에 매칭되고 소개비가 자동 귀속됩니다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귀속, 확정, 원천징수, 지급은 유어딜이 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매장을 한 번에 보는 곳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"매장마다 계정을 따로 만들기가 번거로워요."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권한 하나로 여러 매장을 한 대시보드에서 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매장 주인만. 귀사는 통장을 못 건드립니다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선택, 두 % 입력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이때 사장님께 드릴 코드가 자동으로 생기고, 귀사 몫 %와 인플루언서 상한 %를 함께 정합니다. 정산 계좌는 사장님이 주인이 된 뒤에만.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코드와 사용법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코드를 드립니다. 사장님이 가입하며 그 코드를 넣으면 매장 주인이 됩니다(등록증 확인은 그대로). 손님 QR 확인법까지, 이것만 설명하면 됩니다.</a:t>
            </a:r>
            <a:endParaRPr lang="en-US" sz="105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8732520" y="224028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8732520" y="224028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 검색으로 주소 자동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"등록증만 보여 주시면 지금 올라갑니다. 코드 하나 드릴 테니 사장님 카카오로 가입하실 때 넣어 주세요. 그러면 매장 주인이 되세요."</a:t>
            </a:r>
            <a:endParaRPr lang="en-US" sz="10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제 몫은 등록할 때 적힌 %로 유어딜이 보내고, 마음에 안 들면 오늘이라도 사장님이 제 권한을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목표를 물으면, 이 표에서 한 줄을 고르십시오.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 전부 이용권 등록 화면의 입력값입니다. 유어딜이 정한 요율이 아니라 매장과 귀사가 정하는 값이라, 상담 자리에서 바로 바꿔도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487168"/>
            <a:ext cx="2770632" cy="294436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603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560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5603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560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8346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889504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889504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88950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88950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정도. 동네 채널 한두 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3467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832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83280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832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8328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840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77056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7705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7705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7705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33425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7083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7083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70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7083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매장 단톡방·인스타에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2803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6460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6460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646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6460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742432"/>
            <a:ext cx="10820095" cy="420624"/>
          </a:xfrm>
          <a:prstGeom prst="roundRect">
            <a:avLst>
              <a:gd name="adj" fmla="val 2173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742432"/>
            <a:ext cx="101800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값은 권장 설정이지 약속이 아닙니다.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 돌려 보고 화면의 숫자로 다시 정하면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인플루언서와 운영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 화면 안에서 끝나는 인플루언서 일, 담당자의 일주일, 그리고 "왜 남에게 계정을 맡기죠?"에 시스템이 답하는 방법.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붙이기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고르는 기준과 채널별 기대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담당자의 일주일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표와 운영자 화면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해 주는 것, 미리 말씀드리는 것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링크를 보낸다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코드가 담긴 링크 하나를 보냅니다. 인플루언서가 탭하면 가입이 되고 그 순간 매장과 매칭됩니다. 승인이 필요한 코드로 만들면 귀사가 한 번 더 확인합니다.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코드에 싣고, 딜마다 조정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협업 코드를 만들 때 기본 %를 정합니다(등록 때 정한 상한 안). 인플루언서마다 다른 코드를 쓰거나, 딜에서 바로 조정하면 이후 판매분부터 적용됩니다.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마이페이지에 매장 단위 링크가 생기고, 그 링크로 들어온 주문이 자동 연결됩니다. 이용권이 바뀌어도 링크는 그대로입니다.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이용권을 쓰면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949440" y="3347762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9585655" y="103327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9585655" y="103327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7" name="Text 43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수만 보고 고르지 않으셔도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 주는 기준이 화면에 있습니다.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390607"/>
            <a:ext cx="193121" cy="1931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22860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260604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맛집, 뷰티, 여행, 육아처럼 채널이 실제로 다루는 주제로 거릅니다. 매장 업종과 맞는 채널만 남습니다.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85800" y="3154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259287"/>
            <a:ext cx="193121" cy="19312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52728" y="31546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구간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252728" y="3474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1천 미만부터 10만 이상까지 구간으로 봅니다. 동네 매장은 큰 채널보다 동네에서 읽히는 중간 채널이 맞습니다.</a:t>
            </a:r>
            <a:endParaRPr lang="en-US" sz="1080" dirty="0"/>
          </a:p>
        </p:txBody>
      </p:sp>
      <p:sp>
        <p:nvSpPr>
          <p:cNvPr id="15" name="Shape 10"/>
          <p:cNvSpPr/>
          <p:nvPr/>
        </p:nvSpPr>
        <p:spPr>
          <a:xfrm>
            <a:off x="685800" y="402336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07" y="4127967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52728" y="4023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다섯 가지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252728" y="43434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팔로워순, 평균 조회순, 게시물순, 댓글순, 추천순. 팔로워는 많은데 조회가 낮은 채널은 여기서 걸러집니다.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685800" y="489204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07" y="4996647"/>
            <a:ext cx="193121" cy="1931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52728" y="4892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표에 보이는 것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252728" y="52120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팔로워, 게시물 수, 평균 조회, 평균 댓글. 연락처는 대행사에게도 안 보이고, 코드 링크는 유어딜이 대신 보냅니다.</a:t>
            </a:r>
            <a:endParaRPr lang="en-US" sz="1080" dirty="0"/>
          </a:p>
        </p:txBody>
      </p:sp>
      <p:sp>
        <p:nvSpPr>
          <p:cNvPr id="23" name="Shape 16"/>
          <p:cNvSpPr/>
          <p:nvPr/>
        </p:nvSpPr>
        <p:spPr>
          <a:xfrm>
            <a:off x="685800" y="5760720"/>
            <a:ext cx="6583680" cy="438912"/>
          </a:xfrm>
          <a:prstGeom prst="roundRect">
            <a:avLst>
              <a:gd name="adj" fmla="val 291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14400" y="57607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출처: </a:t>
            </a:r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수집한 인플루언서 DB 201,471명 (2026-09-13 실측). 채널 활동 지표는 주기적으로 다시 잽니다.</a:t>
            </a:r>
            <a:endParaRPr lang="en-US" sz="10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382" y="843022"/>
            <a:ext cx="2944664" cy="56291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183880" y="6364224"/>
            <a:ext cx="3167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(/seller/influencers, 예시 데이터)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8092440" y="23317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0"/>
          <p:cNvSpPr txBox="1"/>
          <p:nvPr/>
        </p:nvSpPr>
        <p:spPr>
          <a:xfrm>
            <a:off x="8092440" y="23317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팔로워 구간 · 정렬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8092440" y="4114800"/>
            <a:ext cx="172250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8092440" y="4114800"/>
            <a:ext cx="17225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골라서 코드 링크 보내기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채널마다 하는 일이 다릅니다. 이용권 링크 하나가 네 곳에 실립니다.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인플루언서에게는 매장 단위 링크와 유어샵이 생기고, 그 링크로 들어온 결제만 소개비로 잡힙니다. 노출을 세지 않고 결제를 셉니다.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검색에서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찾는 손님에게 매장 이름을 먼저 보여 줍니다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안의 이용권 링크가 결제로 이어집니다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이용권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여러 이용권을 함께 소개할 수 있습니다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소개 커미션이 잡힙니다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 5건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코드 링크를 보내고, 매칭된 사람과 첫 주문을 확인합니다.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 확인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대시보드에서 매장별, 인플루언서별 성과와 귀사 몫을 봅니다. 청구서를 쓸 일이 없고, 사장님께는 화면 숫자를 그대로 공유합니다.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2834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077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81528" y="29809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81528" y="29809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0" y="29077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685800" y="32461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735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081528" y="33467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528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32735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85800" y="36118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39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인플루언서에게 코드 링크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81528" y="371246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81528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36393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한 번에 가입과 매칭. 소개비 %는 등록 때 정한 값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85800" y="3977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081528" y="407822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81528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40050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85800" y="434340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3708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081528" y="444398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528" y="44439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840480" y="43708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685800" y="470916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365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081528" y="48097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081528" y="4809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7365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685800" y="50749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102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081528" y="51755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1528" y="51755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3840480" y="51023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980" dirty="0"/>
          </a:p>
        </p:txBody>
      </p:sp>
      <p:sp>
        <p:nvSpPr>
          <p:cNvPr id="45" name="Shape 42"/>
          <p:cNvSpPr/>
          <p:nvPr/>
        </p:nvSpPr>
        <p:spPr>
          <a:xfrm>
            <a:off x="685800" y="54406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85800" y="5559552"/>
            <a:ext cx="6858000" cy="621792"/>
          </a:xfrm>
          <a:prstGeom prst="roundRect">
            <a:avLst>
              <a:gd name="adj" fmla="val 1470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05840" y="5559552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돈이 다른 곳으로 갈 경로가 시스템에 없습니다.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통장을 못 건드립니다" 한 문장이 계약서 열 장보다 잘 통합니다.</a:t>
            </a:r>
            <a:endParaRPr lang="en-US" sz="11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7726680" y="2011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핸들로 초대</a:t>
            </a:r>
            <a:endParaRPr lang="en-US" sz="1250" dirty="0"/>
          </a:p>
        </p:txBody>
      </p:sp>
      <p:sp>
        <p:nvSpPr>
          <p:cNvPr id="51" name="Text 47"/>
          <p:cNvSpPr txBox="1"/>
          <p:nvPr/>
        </p:nvSpPr>
        <p:spPr>
          <a:xfrm>
            <a:off x="7726680" y="22860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유어딜 핸들 하나면 됩니다</a:t>
            </a:r>
            <a:endParaRPr lang="en-US" sz="980" dirty="0"/>
          </a:p>
        </p:txBody>
      </p:sp>
      <p:sp>
        <p:nvSpPr>
          <p:cNvPr id="52" name="Shape 48"/>
          <p:cNvSpPr/>
          <p:nvPr/>
        </p:nvSpPr>
        <p:spPr>
          <a:xfrm>
            <a:off x="7616952" y="2157984"/>
            <a:ext cx="2692961" cy="35341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571232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0227617" y="242910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726680" y="2971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목록</a:t>
            </a:r>
            <a:endParaRPr lang="en-US" sz="1250" dirty="0"/>
          </a:p>
        </p:txBody>
      </p:sp>
      <p:sp>
        <p:nvSpPr>
          <p:cNvPr id="56" name="Text 52"/>
          <p:cNvSpPr txBox="1"/>
          <p:nvPr/>
        </p:nvSpPr>
        <p:spPr>
          <a:xfrm>
            <a:off x="7726680" y="3246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언제부터인지 남습니다</a:t>
            </a:r>
            <a:endParaRPr lang="en-US" sz="980" dirty="0"/>
          </a:p>
        </p:txBody>
      </p:sp>
      <p:sp>
        <p:nvSpPr>
          <p:cNvPr id="57" name="Shape 53"/>
          <p:cNvSpPr/>
          <p:nvPr/>
        </p:nvSpPr>
        <p:spPr>
          <a:xfrm>
            <a:off x="7616952" y="3118104"/>
            <a:ext cx="2692961" cy="548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71232" y="30723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0227617" y="304129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726680" y="3931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주인만</a:t>
            </a:r>
            <a:endParaRPr lang="en-US" sz="1250" dirty="0"/>
          </a:p>
        </p:txBody>
      </p:sp>
      <p:sp>
        <p:nvSpPr>
          <p:cNvPr id="61" name="Text 57"/>
          <p:cNvSpPr txBox="1"/>
          <p:nvPr/>
        </p:nvSpPr>
        <p:spPr>
          <a:xfrm>
            <a:off x="772668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 누릅니다</a:t>
            </a:r>
            <a:endParaRPr lang="en-US" sz="980" dirty="0"/>
          </a:p>
        </p:txBody>
      </p:sp>
      <p:sp>
        <p:nvSpPr>
          <p:cNvPr id="62" name="Shape 58"/>
          <p:cNvSpPr/>
          <p:nvPr/>
        </p:nvSpPr>
        <p:spPr>
          <a:xfrm flipH="1">
            <a:off x="7616952" y="3264865"/>
            <a:ext cx="3521903" cy="81335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571232" y="40325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056559" y="318256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15장)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목표별 이용권 설계,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코드 링크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3" name="Text 24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매장 매출 전체에 붙습니다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%는 매장 단위입니다. 운영자별로 누가 만든 매출인지 따로 가르지 않고, 확정된 주문의 총액에 등록 때 정한 %가 붙습니다. 화면도 매장 총액을 보여 주고 그 사실을 문장으로 밝힙니다. 두 대행사가 한 매장을 나눠 맡는 구조는 지원하지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5%의 경계, 권한, 코드는 라이브. 귀사 몫 직접 송금은 켜기 전입니다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매장 코드와 협업 코드, 성과 화면은 지금 작동하는 기능입니다. 귀사 몫을 유어딜이 직접 보내는 송금은 코드가 준비된 채 실결제 검증 뒤에 켭니다. 켜기 전까지는 종전대로 귀사 몫을 매장과 직접 정산합니다.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 등록. 이때 매장 코드가 자동 생성되고, 중개사 몫 %와 인플루언서 커미션 %도 같이 정한다." "대행사 몫은 유어딜이 직접 송금."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19일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조건, 손님 경험 네 화면, 세 당사자의 절차, 남은 질문과 연락처.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사장님·인플루언서·대행사 절차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FAQ와 시작하는 방법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20명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링크로 매칭된 인플루언서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정산 (귀사 몫 입금)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귀사 몫 %와 인플루언서 상한 % 초안 (등록할 때 입력합니다)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링크 발송, 결제, 정산, 환불, CS 전부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사장님, 인플루언서, 귀사가 각각 하는 일을 한 장에 놓았습니다.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열이 만나는 자리는 하나, 손님의 결제입니다. 돈을 걷거나 나누는 사람은 셋 중 아무도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준 매장 코드로 가입 → 매장 주인 (등록증 확인)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등록 (본인만, 첫 정산 전까지)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 승인 또는 위임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몫은 유어딜이 보냄 (옮길 돈 없음)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일은 QR 하나. 나머지는 위임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보낸 코드 링크를 탭 → 가입, 즉시 매칭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왔다면 마이페이지에서 코드 입력)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마이페이지에 매장 단위 링크 (복사·카톡 공유)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사용 후 확정, 매월 1일 유어딜이 지급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유어딜이 계산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%는 협업 코드의 값, 딜마다 조정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(대행사)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 (사업자 인증 10분)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"중개"로 등록 → 5%, 코드 자동 생성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몫 %와 인플루언서 상한 % 입력, 사장님께 코드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2~3개 열기 (사진·정가·판매가·기간)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인플루언서 골라 코드 링크 발송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대시보드에서 매장별·인플루언서별 성과와 내 몫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 0. 귀사 몫은 유어딜이 송금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몫은 매장 몫 95% 안에서 등록 때 정한 %이고, 유어딜이 원천징수를 계산해 귀사 계좌로 직접 보냅니다. 매장에 청구할 일이 없습니다.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두 %를 정하십시오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그 자리에서 사장님께 드릴 코드가 생기고, 귀사 몫 %와 인플루언서 상한 %를 정합니다. 개별 소개비는 협업 코드로.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코드를 드리십시오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가입하며 그 코드를 넣으면 매장 주인이 됩니다. 등록증 확인은 그대로이고, 첫 정산 전까지만 하시면 됩니다. 그 전에도 이용권은 팔립니다.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2026-09-19T18:40:24Z</dcterms:created>
  <dcterms:modified xsi:type="dcterms:W3CDTF">2026-09-19T18:40:24Z</dcterms:modified>
</cp:coreProperties>
</file>