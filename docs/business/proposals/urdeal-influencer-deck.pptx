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영입 2%: influencer-store-intro-commission.ts (직접 입점만, 1년, 유어딜 몫). 비용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사장님 덱 3장과 같은 블록(customerSteps).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 약 2.75%: DEFAULT_PG_RESERVE_PCT (변동 가능). 딜 소개비: 매장 부담(store-operator-model §7). 영입 2%: 플랫폼 10% 안에서(09-07 Q4-2 확정, 예산 아비터).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influencer-deals(매장 제안 %, 상한 없음). 영입: influencer-store-intro-commission.ts (store_channel=direct 만, referral_bonus_until 1년, 주인 바뀌어도 유지 09-07). "딜 있을 때만": /influencer 랜딩 고지 + affiliate_program_enabled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 · ×8.8%=7,318(내림) · 75,842. 영입 2%: 693,000×2%=13,860. 원천징수 SSOT tax-withholding.ts (3.3/8.8). 회수: clawback (T+7).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CreatorApplyPage(/creators/apply → /api/creator-apply). 제안 수락: /i/offer/:token (InfluencerOfferAcceptPage) → tracking_url 발급. 정산 화면: /influencer/settlement.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초대 링크: /influencer/settlement 의 /store/new?ref=&lt;id&gt;. 직접 입점 조건: store_channel=direct (08-31 확정, 미지정=미지급). 1년: referral_bonus_until. 주인 변경 유지: 09-07 store-handover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 (urshorts.routes, 크리에이터 몫 0 — 09-08 동의 게이트 폐기). 담기 보상 0 (affiliate_program_enabled OFF).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T+7 available, 매월 1일 18시 KST 집계, 현금 최소 influencer_payout_min(기본 100,000), 딜 수령은 하한 없음, 실제 지급은 어드민 /admin/influencer-payouts (사람). 원천징수 WITHHOLDING_RATES 3.3/8.8.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 — 사장님 덱과 같은 판단). FAQ 6 개를 크게.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신청: /creators/apply → /api/creator-apply. 연락처는 대표 지정값(사장님 덱과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팔지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건넵니다. 매장이 소개비 %를 정해 제안하고, 나는 링크 하나를 겁니다.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소개비. 판매가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 매출의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1년간, 직접 입점만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배송되는 물건이 아니라, 동네에서 바로 쓰는 권리를 팝니다.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 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urdeal.kr/u/내주소 하나가 생깁니다. 담아 둔 이용권이 한 곳에 진열되는 내 페이지라, 프로필 링크는 이것만 걸면 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겪는 순서는 네 화면이 전부입니다.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앱을 새로 깔거나 가입을 강요하는 구간은 없습니다. 가격은 매장이 정한 실제 판매가입니다.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몫이 붙는 자리는 두 곳입니다.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51383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매장이면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안에서 나에게.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매장만, 1년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나에게 제안한 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팔린 건에만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매장이 딜마다 제안한 비율이 그대로 적립되고, 유어딜이 중간에서 깎지 않습니다. 매장이 제안하지 않은 이용권에는 소개비가 없습니다.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2%는 유어딜이 냅니다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소개로 직접 입점한 매장의 매출에서 1년간 유어딜 몫 10% 안에서 드립니다. 사장님 몫에서 떼지 않으니 사장님께 부담을 지우지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주문마다 붙는 딜 소개비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매장이 제안한 %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"이 이용권 팔아 주면 몇 %" 를 적어 제안합니다. 수락하면 그 자리에서 내 전용 링크가 나오고, 그 링크로 팔린 건마다 그 %가 쌓입니다. 상한이 없고, 유어딜이 중간에서 떼지 않습니다. 제안에 콘텐츠 조건이나 기간이 붙으면 그 조건을 지킨 건에만 붙습니다.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 붙는 영입 소개비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매출 × 2%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초대 링크로 사장님이 직접 입점하면, 그 매장의 모든 이용권 매출에서 2%가 1년간 나에게 옵니다. 내가 그 딜을 다시 공유하지 않아도, 다른 사람 링크로 팔려도 쌓입니다. 매장이 주인을 바꿔도 유지됩니다.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10% 안에서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이용권에 소개비가 붙는 것은 아닙니다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담는 것은 누구나 할 수 있지만, 소개비는 매장과 맺은 딜이 있을 때만 붙습니다. 딜 없이 담아 둔 이용권이 팔리면 0원입니다. 사이트의 소개자 페이지에도 같은 문장이 적혀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 이렇습니다. 지금 팔리는 실제 이용권으로 넣었습니다.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제안한 소개비 12% (가정)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기타소득 원천징수 8.8% (비사업자)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7,318원 차감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75,842원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매장이라면 영입 2% 추가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13,860원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12%와 42건은 가정입니다. 실제 비율은 딜마다 매장이 제시하고, 판매 건수는 내 채널이 정합니다. 사업자라면 원천징수는 3.3%입니다.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주소가 남는다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거기 담아 둔 이용권은 그대로 남습니다. 매번 새 링크로 시작하는 대신 한 주소에 쌓입니다.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환불되면 그 건만 회수된다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회수됩니다. 그래서 확정까지 7일을 기다립니다.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제안을 받고, 공유합니다.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섭외가 필요 없습니다. 신청해 두면 조건을 담은 제안이 오고, 수락하면 그 자리에서 팔 수 있습니다. 수락하기 전까지 아무 의무도 생기지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신청서를 남기고, 프로필을 공개한다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채널과 활동 지역을 적고, 카카오 로그인 뒤 내 정산 화면에서 소개자 프로필을 "공개"로 켭니다. 매장은 공개된 프로필을 보고 제안을 보냅니다. 팔로워 수 하한은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보고 수락한다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이용권과 소개비 %, 촬영 지원 여부를 담아 보냅니다. 수락하는 순간 조건이 발효되고 내 전용 링크가 발급됩니다.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성과와 정산을 확인한다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화면에서 딜별 주문과 대기, 확정 금액을 봅니다. 매장에 판매량을 물어볼 일이 없습니다.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861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가격 협상, 재고 관리, 배송과 포장, 결제 처리, 환불 응대, 세금계산서, 쿠폰 코드 확인.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보낸 제안 (예시 데이터로 렌더한 실제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내가 아는 가게를 데려옵니다. 영입 2%가 붙는 유일한 경로입니다.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정산 화면의 매장 초대 링크를 보내면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초대 링크를 보낸다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입점한다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제안이 오면 수락한다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4번부터는 경로 A 와 같습니다. 입점은 카카오 로그인과 사업자 확인이 필요해 사장님이 직접 합니다. 10분이면 끝납니다.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수수료가 나갑니다.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사장님이 정하세요.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2%가 붙는 조건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"내 가게에요" 로 등록한 매장만. 대행사를 통해 등록한 매장은 대상이 아닙니다.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1년. 매장이 주인을 바꿔도 유지됩니다.</a:t>
            </a:r>
            <a:endParaRPr lang="en-US" sz="95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몫에서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몫에서 떼지 않습니다. 사장님께 부담이 없다고 말씀드려도 됩니다.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유어샵과 유어쇼츠.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286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urdeal.kr/u/내주소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2788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자동으로 생기는 내 페이지입니다. 이용권을 담아 두면 한 곳에 진열되고, 프로필 링크는 이 주소 하나면 됩니다. 콘텐츠가 내려가도 여기서는 계속 팔립니다.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3794760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담기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273552" y="37947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누구나, 어떤 이용권이든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4142232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273552" y="41422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딜이 있는 것만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489704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공유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273552" y="448970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 카드 자동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49834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2" y="5092842"/>
            <a:ext cx="201900" cy="201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5029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 아래 구매 버튼이 붙는 자리입니다. 영상 자체에 대한 몫은 없고, 그 이용권에 매장과 맺은 딜이 있을 때 소개비가 붙습니다.</a:t>
            </a:r>
            <a:endParaRPr lang="en-US" sz="10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762" y="756122"/>
            <a:ext cx="2892080" cy="55286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618134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9281160" y="2011680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담는 방법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9281160" y="23317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811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9738360" y="231343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상세에서 담기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9281160" y="271576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이용권 상세 화면의 담기 버튼을 누릅니다.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9281160" y="338328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28116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9738360" y="336499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진열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9281160" y="376732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순서대로 내 유어샵 카드가 됩니다. 순서는 바꿀 수 있습니다.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281160" y="443484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28116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9738360" y="4416552"/>
            <a:ext cx="1767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하나만 공유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9281160" y="481888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스토리, 더보기에 내 유어샵 주소를 겁니다.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이렇게 됩니다. 매장에 돈을 달라고 할 일이 없습니다.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귀속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들어온 주문에 자동으로 연결됩니다. 코드를 확인할 일이 없습니다.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기간이 지나면 지급 가능 상태가 됩니다. 환불된 건은 그 건만 회수됩니다.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10만원부터, 원천징수를 뗀 뒤 등록 계좌로. 딜로 받으면 하한 없이 유어딜 잔액으로.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4937760"/>
            <a:ext cx="7863840" cy="1234440"/>
          </a:xfrm>
          <a:prstGeom prst="roundRect">
            <a:avLst>
              <a:gd name="adj" fmla="val 1037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법대로, 대신 계산은 유어딜이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675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사업자는 사업소득 3.3%, 비사업자는 기타소득 8.8%를 떼고 보냅니다. 8.8%는 이듬해 5월 종합소득세 신고에서 정산되며 돌려받을 수 있습니다. 10만원에 못 미치면 다음 달로 이월되고 사라지지 않습니다. 계좌와 사업자번호는 내 정산 화면에서 직접 넣습니다.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협찬은 한 번 받고 끝나지만, 이 구조는 남습니다.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유어샵과 링크는 그대로 남고, 매장과 맺은 딜은 계속 쌓입니다. 자주 묻는 질문에 먼저 답해 두었습니다.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제안에 조건이 붙어 있으면 그 조건을 지켜야 그 소개비가 발효됩니다.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매장과 맺은 딜이 없는 이용권은 담아 둘 수는 있지만 소개비가 0 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제안은 어떻게 오나요?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신청서는 유어딜 담당자가 보고, 매장은 내가 공개해 둔 소개자 프로필을 보고 직접 보냅니다. 둘 다 해 두는 것이 빠릅니다.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일은 신청서를 남기는 것, 그것뿐입니다.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수락하기 전까지 아무 의무도 생기지 않습니다. 조건을 보고 마음에 들지 않으면 수락하지 않으면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(3분)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신청하고, 로그인 뒤 내 정산 화면에서 소개자 프로필을 공개합니다.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수신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맞는 매장의 제안을 받습니다. 수락 여부는 매번 내가 정합니다.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걸고, 성과와 정산은 내 정산 화면에서 확인합니다.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폼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2026-09-14T07:33:05Z</dcterms:created>
  <dcterms:modified xsi:type="dcterms:W3CDTF">2026-09-14T07:33:05Z</dcterms:modified>
</cp:coreProperties>
</file>