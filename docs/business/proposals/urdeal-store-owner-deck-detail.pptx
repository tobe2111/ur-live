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대표 지시(09-14): "팔린 만큼만 냅니다"가 아니라 "우리동네 이용권, 유어딜". 오른쪽은 urdeal.kr 홈 라이브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10%: 직접 등록 기준(fee-resolver.ts, 09-07 대표 확정. 대행사 경유는 5% — 사장님 덱에서는 10% 하나로). 0원: 가입비·월비·광고비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문서의 심장. 체험단·광고를 깎아내리지 않고 "돈이 나가는 시점"과 "측정 가능성"만 비교한다. 성과 수치는 실측 전이라 전부 배제.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 2915(홍대 돈가스 버크셔) 2026-10-12 실측: 정가 14,500 / 판매가 7,500. 카드 수수료(현재 약 2.75%, 변동 가능)는 유어딜 부담.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계산 SSOT는 이 파일 CALC. 장당: 7,500원 − 750원 = 6,750원 입금, 재료비 5,075원(정가 14,500원×35% 가정) → 1,675원. 월 30/90/150장 = 50,250 / 150,750 / 251,250원. 업종 평균가는 2026-10-06 D1 실측(활성 이용권 카탈로그 평균, 실거래 평균 아님). 할인분은 정직하게 "덜 받는 값"으로 적었다.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노출 4곳: 홈 섹션/지도(/map)/검색·카톡 OG/유어쇼츠(/videos). 소개비: 매장 제안 %, 매장 부담 — %·풀 규모 숫자는 넣지 않는다(대표). 리뷰 보너스 1,000딜 유어딜 부담 — "포인트"로만.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만료 자동 환불: auto-settlement.ts handleExpiredVoucherRefunds (100%). QR CAS: group-buy-voucher.routes.ts. 독점·계약기간 없음(코드 제약 0). 수량 상한은 상품 필드.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이용 안내 목차. 시간은 현장 추정. 다음 장부터 각 단계를 화면과 함께.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StoreRegisterModal.tsx 4단계. 승인은 사람(seller-stores.routes.ts 자동 승인 없음). 채널 선택이 수수료(직접 10% / 중개 5%)를 정함. 대리 등록 매장의 사장님 입구는 /store/find.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필드: products(name, price, group_buy 판매가, stock/quantity, expires). 유효기간 미설정=무기한(actor-benefit-map). 요령은 판매 원칙이지 성과 약속이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처리: group-buy-voucher.routes.ts /:code/use-by-seller(직원 QR, CAS) · /:code/use(확인코드). 사용 조건: redemption-settings(usage_conditions). 확인코드 재발급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payouts-generate.ts: 매주 월요일 cron, 최소 10,000원(이월), 승인·송금은 사람. 계좌 변경 owner 전용 + PIN(seller-profile.routes.ts).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딜 소개비: 매장 제안 %·매장 부담·상한 없음(Q2-1). DB 규모 숫자는 대표 지시로 넣지 않는다. 리뷰 보너스 1,000딜 유어딜 부담 — "포인트"로만.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seller-operators.ts · store-operator-model.md §7.7: 계좌 변경·사업자정보·탈퇴·운영자 관리 403, 마스킹, 정산 내역은 합류 이후분만. 중개 경유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할인율 하한 없음. 과세 유형은 등록 조건 아님. 세금계산서: tax-invoice-gateway.ts 역발행 초안(연동 활성 여부 운영 확인). 승인은 사람. 추가 주문 수수료 0(이용권 금액만 정산). 계약기간·위약금 없음(코드 제약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 고지(수치 없이): 09-13 실측 활성 337 중 실제 매장 1. 연락처는 대표 지정값. 상인회장용 발췌: 1·2·3·4·5·7·16장.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73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우리동네 이용권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40280"/>
            <a:ext cx="5120640" cy="12865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9383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사장님 소개서 (상세판)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4869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안내와 기대 수익 계산까지 담은 16장. 요약본은 매장 사장님 소개서(11장)입니다.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5989320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6108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 · urdeal.kr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6108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9월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327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문서의 내용을 무단으로 복제·전재·재배포할 수 없습니다.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우리동네 이용권,</a:t>
            </a:r>
            <a:endParaRPr lang="en-US" sz="4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0"/>
            <a:ext cx="4897064" cy="1234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3434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식당, 카페, 뷰티, 숙박의 이용권을 손님이 온라인에서 미리 사고, 가게에 와서 QR 로 씁니다. 사장님은 팔린 만큼만 수수료를 냅니다.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122" y="747042"/>
            <a:ext cx="2997247" cy="57296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만큼만 냅니다.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가게 이용권을 온라인에서 미리 파는 곳입니다. "한우 런치 2인", "커트+클리닉". 사장님이 정한 메뉴를 사장님이 정한 할인가로 올리면, 손님이 먼저 결제하고 이용권을 들고 가게로 옵니다.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광고를 파는 게 아니라 사장님의 상품을 팝니다. 그래서 미리 내는 돈이 없고, 팔린 이용권에만 수수료를 냅니다.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3794760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4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전부.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팔리면 0원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4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가입비, 월비,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선불 광고비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4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금액 중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몫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669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배달도 배송도 없습니다. 손님은 가게에 직접 옵니다.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453" y="717213"/>
            <a:ext cx="2813205" cy="537785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22960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상세 (라이브 화면)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가게 홍보는 순서가 거꾸로였습니다.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돈이 먼저 나가고, 손님은 나중에 옵니다. 온다는 보장도 없이.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2395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돈이 나가는 시점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3957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오는 사람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395728"/>
            <a:ext cx="2773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확인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2688336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76148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체험단·블로그 마케팅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27614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대행비 선지불 + 무료 식사 제공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7614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공짜로 먹으러 온 체험단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761488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몇 개. 손님이 됐는지는 모름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3328416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3649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배달앱·검색 광고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33649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매달 광고비 선지불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36499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클릭한 사람 (방문 보장 없음)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3364992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수. 매출 연결은 모름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5800" y="3931920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96849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전단·현수막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017520" y="39684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제작비 선지불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39684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 없음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549640" y="3968496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 없음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85800" y="4535424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4535424"/>
            <a:ext cx="11094415" cy="603504"/>
          </a:xfrm>
          <a:prstGeom prst="roundRect">
            <a:avLst>
              <a:gd name="adj" fmla="val 15152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5720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3017520" y="4572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뒤에만 수수료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943600" y="45720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결제까지 마친 손님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549640" y="4572000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장 팔리고 몇 명 왔는지 전부 숫자로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85800" y="5495544"/>
            <a:ext cx="10820095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1005840" y="5495544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체험단은 밥을 공짜로 드리고 후기를 받습니다.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손님이 돈을 내고 옵니다. 후기는 그 다음에 따라옵니다.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홍보비가 아니라 매출입니다.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539496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05840" y="21488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유어딜에서 팔리고 있는 실제 상품 (프리미엄 돈가스 1인 세트)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468880"/>
            <a:ext cx="304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621024" y="246888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14,500원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889504"/>
            <a:ext cx="304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판매가 (할인율은 사장님이 정함)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621024" y="288950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7,500원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3282696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310128"/>
            <a:ext cx="304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수수료 10%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621024" y="331012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−750원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730752"/>
            <a:ext cx="304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수수료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621024" y="373075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 (유어딜 부담)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05840" y="4123944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5840" y="4151376"/>
            <a:ext cx="304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계좌에 들어오는 돈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621024" y="415137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6,750원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4754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 한 팀에 나가는 무료 식사값이면, 유어딜에선 돈 내는 손님이 옵니다. 그 손님이 몇 명인지, 언제 왔는지, 얼마를 썼는지가 매장 관리 화면에 그대로 남습니다. "효과가 있었나?"를 감으로 판단할 필요가 없습니다.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21992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86600" y="210312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먼저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7086600" y="2487168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후기 약속이 아니라 매출입니다. 손님이 결제를 마친 뒤에 가게에 옵니다.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46520" y="347472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593592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086600" y="347472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 손실 0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7086600" y="3858768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실제로 쓴 것만 정산 대상입니다. 예약이 아니라서 재료를 미리 준비할 일도 없습니다.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46520" y="484632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96519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086600" y="484632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손해 보는 구조를 만들 수 없음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086600" y="5230368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할인율, 수량, 유효기간 전부 사장님이 정합니다. 남는 메뉴만, 남는 만큼만 올리면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매출과 순수익. 가정은 전부 적어 두었으니 사장님 숫자로 바꿔 보세요.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4160520" cy="42976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0848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한 장 (실제 상품 기준)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377440"/>
            <a:ext cx="23116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946654" y="2377440"/>
            <a:ext cx="16253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14,500원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752344"/>
            <a:ext cx="23116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판매가 (48% 할인)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946654" y="2752344"/>
            <a:ext cx="16253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7,500원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3099816"/>
            <a:ext cx="3611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127248"/>
            <a:ext cx="23116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10%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946654" y="3127248"/>
            <a:ext cx="16253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−750원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3502152"/>
            <a:ext cx="23116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계좌 입금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946654" y="3502152"/>
            <a:ext cx="16253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6,750원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60120" y="3849624"/>
            <a:ext cx="3611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" y="3877056"/>
            <a:ext cx="23116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재료비 (정가의 35% 가정)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2946654" y="3877056"/>
            <a:ext cx="16253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−5,075원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4251960"/>
            <a:ext cx="23116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장에 남는 돈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2946654" y="4251960"/>
            <a:ext cx="16253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1,675원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476402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할인분 7,000원은 손님을 오게 하는 값입니다. 정가에 오던 손님이 이용권으로 갈아타면 그만큼 덜 받으니, 한가한 시간대와 남는 메뉴에 거는 것이 답입니다.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1920240"/>
            <a:ext cx="6339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달에 몇 장 팔리느냐에 따라 (같은 이용권)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166360" y="2194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판매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21945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10%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2194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계좌 입금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509760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재료비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515600" y="2194560"/>
            <a:ext cx="990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순수익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166360" y="2468880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66360" y="25237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1장 (월 30장)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225,000원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406640" y="25237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22,500원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366760" y="25237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202,500원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509760" y="2523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152,250원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0515600" y="2523744"/>
            <a:ext cx="990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50,250원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166360" y="2871216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74920" y="2871216"/>
            <a:ext cx="6522415" cy="384048"/>
          </a:xfrm>
          <a:prstGeom prst="rect">
            <a:avLst/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166360" y="29077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3장 (월 90장)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2907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675,000원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7406640" y="29077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67,500원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366760" y="29077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607,500원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9509760" y="29077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456,750원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0" y="2907792"/>
            <a:ext cx="990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150,750원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166360" y="3255264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166360" y="32918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5장 (월 150장)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309360" y="3291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1,125,000원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7406640" y="3291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112,500원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8366760" y="32918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1,012,500원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9509760" y="32918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761,250원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0" y="3291840"/>
            <a:ext cx="990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251,250원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5166360" y="3639312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166360" y="3931920"/>
            <a:ext cx="6339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업종별 평균 판매가로 보면 (2026-10-12 판매 중인 이용권 평균, 월 30장 가정)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5166360" y="41879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309360" y="41879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판매가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7955280" y="41879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 (30장)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9692640" y="4187952"/>
            <a:ext cx="1813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계좌 입금 (90%)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166360" y="4462272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166360" y="45171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식사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6309360" y="45171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32,521원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7955280" y="45171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975,630원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9692640" y="4517136"/>
            <a:ext cx="1813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878,067원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5166360" y="4846320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166360" y="48828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뷰티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6309360" y="48828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45,253원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7955280" y="4882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1,357,590원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9692640" y="4882896"/>
            <a:ext cx="1813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1,221,831원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5166360" y="5212080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166360" y="524865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6309360" y="5248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155,693원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7955280" y="52486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4,670,790원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9692640" y="5248656"/>
            <a:ext cx="1813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4,203,711원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5166360" y="5577840"/>
            <a:ext cx="63395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166360" y="5897880"/>
            <a:ext cx="6339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재료비율과 판매 장수는 가정입니다. 이용권 손님이 추가로 주문하는 음료나 사이드는 계산에 넣지 않았습니다.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올려두면 네 곳에 뜹니다. 알리는 건 저희 일입니다.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488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노출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60120" y="256032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6791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5786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홈 인기 이용권과 카테고리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60120" y="3273552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39242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29184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지도에서 "내 주변 이용권"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60120" y="3986784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10565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00200" y="40050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검색과 카카오톡 공유 카드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60120" y="4700016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81888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00200" y="471830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콘텐츠 아래 구매 버튼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60120" y="5440680"/>
            <a:ext cx="45262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60120" y="55321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콘텐츠를 만들 필요가 없습니다. 등록만 하면 노출은 유어딜이 맡습니다.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080760" y="1965960"/>
            <a:ext cx="31546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55080" y="219456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442" y="2303922"/>
            <a:ext cx="201900" cy="2019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03720" y="2240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소개해 주는 사람들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6355080" y="26974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맛집, 뷰티 콘텐츠를 만드는 사람들이 이용권을 소개하면, 그 링크로 팔린 것에만 소개비가 나가는 구조도 있습니다. 이것도 팔린 뒤에만입니다.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080760" y="4160520"/>
            <a:ext cx="3154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355080" y="438912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442" y="4498482"/>
            <a:ext cx="201900" cy="2019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03720" y="44348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후기는 유어딜이 모읍니다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6355080" y="489204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후기를 남긴 손님에게는 유어딜이 포인트를 드립니다. 사장님 부담 없이 후기가 쌓이고, 다음 손님이 그 후기를 봅니다.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6853" y="717213"/>
            <a:ext cx="2813205" cy="537785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14400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홈 (라이브 화면)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사장님들이 꼭 물어보시는 것.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41832" y="21214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안 오면요? (노쇼)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24231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쓴 이용권만 정산하니까 손실이 없습니다. 예약이 아니라서 재료를 미리 준비할 필요도 없습니다.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19659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28032" y="21214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환불해 달라고 하면요?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28032" y="24231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환불은 유어딜과 토스가 처리합니다. 사장님은 그 사이에 서지 않습니다. 이미 쓴 이용권은 환불되지 않습니다.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3375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41832" y="34930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유효기간 지난 건요?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" y="37947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쓴 이용권은 유어딜이 손님에게 100% 환불합니다. 사장님 계좌는 건드리지 않습니다.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33375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828032" y="34930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장으로 두 번 쓰려고 하면요?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37947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은 한 번 찍히면 끝입니다. 같은 코드가 두 번 통과하지 않습니다. 확인코드는 매장에서만 알려 줍니다.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47091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41832" y="48646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배달앱, 네이버예약이랑 같이 써도 되나요?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41832" y="51663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됩니다. 독점 요구 없고 계약 기간도 없습니다. 이용권 손님은 가게에 직접 오므로 배달 주문과 겹치지 않습니다.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47091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828032" y="48646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많이 팔리면요?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28032" y="51663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수량에 상한을 두면 그만큼만 팔립니다. 손님이 오는 날 쓰는 것이라 한 날에 몰리지도 않습니다.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773" y="717213"/>
            <a:ext cx="2813205" cy="537785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50392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보는 사용 안내와 환불 조건 (라이브 화면)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914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여기서부터 이용 안내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1887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하는 일은 이게 전부입니다. 한 장에 모았습니다.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한 번 하는 일 둘, 매일 하는 일 하나, 매주 확인하는 일 하나. 나머지는 선택입니다.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697480"/>
            <a:ext cx="1691640" cy="32918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6968" y="289864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968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307592" y="29169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한 번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86968" y="335584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등록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6968" y="3941064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로그인 뒤 질문 네 개. 사업자등록증 사진 한 장. 승인은 사람이 확인합니다.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53035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5623560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9장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23744" y="2697480"/>
            <a:ext cx="1691640" cy="32918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24912" y="289864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24912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145536" y="29169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한 번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2724912" y="335584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이용권 만들기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724912" y="3941064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이름, 정가, 판매가, 수량, 유효기간. 사진은 폰으로 그 자리에서.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2724912" y="53035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724912" y="5623560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10장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61688" y="2697480"/>
            <a:ext cx="1691640" cy="3291840"/>
          </a:xfrm>
          <a:prstGeom prst="roundRect">
            <a:avLst>
              <a:gd name="adj" fmla="val 7568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62856" y="289864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2856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4983480" y="29169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562856" y="335584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노출과 결제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62856" y="3941064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홈, 지도, 검색, 카톡 카드에 뜨고 손님이 토스로 결제합니다. 사장님이 할 일 없음.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562856" y="53035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0분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562856" y="5623560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6장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199632" y="2697480"/>
            <a:ext cx="1691640" cy="32918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400800" y="289864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821424" y="29169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400800" y="335584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사용 처리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0" y="3941064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오면 매장 폰으로 QR 한 번. 어려우면 확인코드 6자리.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400800" y="53035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0" y="5623560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11장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037576" y="2697480"/>
            <a:ext cx="1691640" cy="32918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238744" y="289864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38744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8659368" y="29169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8238744" y="335584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확인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8238744" y="3941064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쓴 이용권만 매주 모아 등록 계좌로. 관리 화면에서 확인만.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8238744" y="53035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8238744" y="5623560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12장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875520" y="2697480"/>
            <a:ext cx="1691640" cy="32918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10076688" y="289864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076688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10497312" y="29169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10076688" y="335584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더 부르기와 위임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0076688" y="3941064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파트너에게 제안, 후기 답글, 바쁘면 운영 위임.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10076688" y="5623560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13·14장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등록. 시작할 때 여쭤보는 건 네 가지뿐입니다.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10분이면 끝납니다. 포스 연동도, 단말기도, 직원 교육도 필요 없습니다.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2532888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514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 에서 카카오 로그인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825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가입이 없습니다.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3264408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246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카카오맵에서 내 가게 찾기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557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검색하면 주소와 전화번호가 자동으로 채워집니다.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3995928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995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977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전화번호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2885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안내, 사용 문의, 정산 확인 때 연락드릴 번호입니다.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4727448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4727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709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사업자등록증 사진 한 장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50200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직접 확인하고 승인 문자를 드립니다. 사업자번호는 나중에 넣어도 됩니다.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5486400"/>
            <a:ext cx="5440680" cy="822960"/>
          </a:xfrm>
          <a:prstGeom prst="roundRect">
            <a:avLst>
              <a:gd name="adj" fmla="val 15556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0120" y="5486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매장, 누가 운영하나요?" 에서 "내 가게에요" 를 고르면 수수료 10% 입니다. 누가 먼저 내 매장을 올려 뒀다면 urdeal.kr/store/find 에서 내 가게를 찾아 소유자 신청을 하면 됩니다.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375" y="1576495"/>
            <a:ext cx="2392539" cy="457368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172200" y="6089904"/>
            <a:ext cx="2710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카카오맵에서 내 가게 찾기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665" y="1576495"/>
            <a:ext cx="2392539" cy="4573689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654490" y="6089904"/>
            <a:ext cx="2710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"누가 운영하나요" 화면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이용권. 다섯 칸만 채우면 그날부터 팔립니다.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42062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30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채우는 것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60120" y="246888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이름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743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"프리미엄 돈가스 1인 세트" 처럼 손님이 아는 이름 그대로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60120" y="3182112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154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평소 받는 값. 손님에게 취소선으로 함께 보입니다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60120" y="3895344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867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판매가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169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정한 할인가. 이 값의 10%가 수수료입니다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60120" y="460857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45811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71600" y="48828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하루에 받을 수 있는 만큼. 다 팔리면 자동으로 닫힙니다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60120" y="5321808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" y="5321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371600" y="5294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유효기간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371600" y="5596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정하면 무기한. 지나면 안 쓴 것은 유어딜이 환불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19659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팔리는 이용권을 만드는 요령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212080" y="2286000"/>
            <a:ext cx="384048" cy="384048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932" y="2385852"/>
            <a:ext cx="184343" cy="184343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76072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한가한 시간대, 남는 메뉴부터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5760720" y="2560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피크에 이미 꽉 차는 메뉴보다, 비는 시간과 여유 있는 메뉴에 거는 것이 남습니다.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212080" y="3246120"/>
            <a:ext cx="384048" cy="384048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932" y="3345972"/>
            <a:ext cx="184343" cy="184343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76072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세트로 묶으면 한 장의 값이 커집니다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5760720" y="3520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"2인 세트", "커트+클리닉" 처럼 묶으면 손님도 고르기 쉽고 한 장당 입금도 커집니다.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212080" y="4206240"/>
            <a:ext cx="384048" cy="384048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932" y="4306092"/>
            <a:ext cx="184343" cy="184343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76072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할인은 손님이 정가와 비교해 바로 느끼는 만큼</a:t>
            </a:r>
            <a:endParaRPr lang="en-US" sz="1150" dirty="0"/>
          </a:p>
        </p:txBody>
      </p:sp>
      <p:sp>
        <p:nvSpPr>
          <p:cNvPr id="40" name="Text 34"/>
          <p:cNvSpPr txBox="1"/>
          <p:nvPr/>
        </p:nvSpPr>
        <p:spPr>
          <a:xfrm>
            <a:off x="5760720" y="44805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정가가 함께 보이므로 할인이 없으면 잘 팔리지 않습니다. 얼마로 할지는 사장님 숫자로 정하세요.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5212080" y="5166360"/>
            <a:ext cx="384048" cy="384048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932" y="5266212"/>
            <a:ext cx="184343" cy="184343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5760720" y="5148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사진은 폰으로 그 자리에서</a:t>
            </a:r>
            <a:endParaRPr lang="en-US" sz="1150" dirty="0"/>
          </a:p>
        </p:txBody>
      </p:sp>
      <p:sp>
        <p:nvSpPr>
          <p:cNvPr id="44" name="Text 37"/>
          <p:cNvSpPr txBox="1"/>
          <p:nvPr/>
        </p:nvSpPr>
        <p:spPr>
          <a:xfrm>
            <a:off x="5760720" y="54406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음식이든 시술 결과든 실제 사진이 스톡 사진보다 잘 팔립니다. 밝은 곳에서 한 장이면 됩니다.</a:t>
            </a:r>
            <a:endParaRPr lang="en-US" sz="95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6853" y="717213"/>
            <a:ext cx="2813205" cy="537785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914400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보는 결과 (라이브 화면)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오면 QR 한 번. 매일 하는 일은 이것뿐입니다.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379476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4028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82" y="2349642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27889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1. 매장 폰으로 손님 QR 찍기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13639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이용권 화면을 내밀면 매장 폰의 스캔 화면으로 찍습니다. 찍히는 순간 사용 완료가 되고, 같은 QR 은 다시 통과하지 않습니다. 직원 누구나 할 수 있습니다.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0" y="1965960"/>
            <a:ext cx="379476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29200" y="224028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562" y="234964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0" y="27889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2. 손님이 매장 확인코드 입력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0" y="313639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스캔이 어려우면 손님 폰의 이용권 화면에 매장 확인코드 6자리를 눌러 줍니다. 코드는 매장에서만 알려 주므로 집에서 미리 쓸 수 없습니다. 코드는 관리 화면에서 언제든 재발급됩니다.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85800" y="4434840"/>
            <a:ext cx="7863840" cy="1737360"/>
          </a:xfrm>
          <a:prstGeom prst="roundRect">
            <a:avLst>
              <a:gd name="adj" fmla="val 7368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601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조건도 사장님이 정합니다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960120" y="48920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"평일만", "점심시간 제외", "1인 1매", "방문 전 예약 필수" 처럼 매장 사정에 맞는 조건을 체크하면 손님의 이용권 화면에 그대로 표시됩니다. 조건에 안 맞게 온 손님은 사용 처리를 안 하면 됩니다. 이용권은 그대로 살아 있습니다.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773" y="717213"/>
            <a:ext cx="2813205" cy="53778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0392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QR 사용 처리 화면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정산. 손님이 쓴 뒤 매주 들어옵니다.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결제됐다고 바로가 아니라, 손님이 가게에서 실제로 쓴 이용권만 정산 대상이 됩니다. 그래서 노쇼가 손실이 되지 않습니다.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매장에서 사용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스캔 또는 확인코드 입력. 이 순간 정산 대상이 됩니다.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281635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24912" y="274320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2491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724912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월요일 집계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724912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사용분을 모아 정산 내역을 만듭니다. 관리 화면에 바로 보입니다.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816352"/>
            <a:ext cx="219456" cy="2194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64024" y="274320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764024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764024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확인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764024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금액이 맞는지 사람이 확인합니다. 최소 정산 금액은 1만원이고, 못 미치면 다음 주로 이월됩니다.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816352"/>
            <a:ext cx="219456" cy="2194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803136" y="274320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03136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803136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등록한 계좌로 입금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803136" y="3794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수수료를 뺀 금액이 그대로 들어옵니다. 별도 정산 수수료는 없습니다.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85800" y="5074920"/>
            <a:ext cx="7863840" cy="1097280"/>
          </a:xfrm>
          <a:prstGeom prst="roundRect">
            <a:avLst>
              <a:gd name="adj" fmla="val 11667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60120" y="5193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화면에서 늘 보이는 것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60120" y="5486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팔린 것, 사용된 것, 입금 예정 금액, 입금된 내역. 그리고 정산 계좌는 사장님 본인만 바꿀 수 있습니다. 운영을 누구에게 맡겨도.</a:t>
            </a:r>
            <a:endParaRPr lang="en-US" sz="10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093" y="717213"/>
            <a:ext cx="2813205" cy="537785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77824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화면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손님을 더 부르는 두 가지. 하나는 사장님이 고르고, 하나는 자동입니다.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85800" y="2011680"/>
            <a:ext cx="512064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고르는 것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spc="-4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소개해 줄 사람에게 소개비 %를 정해 제안합니다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632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맛집, 뷰티, 여행 콘텐츠를 만드는 사람들을 관리 화면에서 찾아 "이 이용권 팔아 주면 몇 %" 를 적어 제안합니다. 그 사람이 수락하면 전용 링크가 생기고, 그 링크로 팔린 건에만 소개비가 나갑니다.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5720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 %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45720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정함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956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재원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49560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몫 90% 안에서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53400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팔리면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53400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제안하지 않으면 아무것도 나가지 않습니다.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2011680"/>
            <a:ext cx="2971800" cy="416052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0800" y="21945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자동으로 되는 것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spc="-4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후기가 쌓이고, 답글은 사장님이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30632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후기를 남긴 손님에게 유어딜이 포인트를 드립니다. 사장님 부담 없이 후기가 쌓이고, 답글을 달면 다음 손님이 그 대화를 봅니다.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0" y="4480560"/>
            <a:ext cx="24231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46177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이용권을 바꾸고 싶으면 가격, 수량, 유효기간을 언제든 고칩니다. 잠시 쉬고 싶으면 판매를 멈추면 됩니다. 계약 기간이 없습니다.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093" y="717213"/>
            <a:ext cx="2813205" cy="537785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77824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파트너 찾기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바쁘면 맡기셔도 됩니다. 단, 통장은 아무도 못 건드립니다.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대행사나 직원에게 운영을 맡길 수 있습니다. 매장 관리 화면에서 그 사람의 유어딜 계정을 추가하면 끝이고, 언제든 회수할 수 있습니다.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맡긴 사람이 할 수 있는 일 / 없는 일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" y="2834640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88950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등록과 가격, 수량 변경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95351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0" y="288950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5800" y="3200400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322783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확인과 손님 QR 사용 처리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918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0" y="32278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" y="3538728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35661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파트너에게 제안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63016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35661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85800" y="3877056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390448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시작 이후 매출 보기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96849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58000" y="39044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85800" y="4215384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424281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 변경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306824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58000" y="42428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85800" y="4553712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85800" y="458114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 정보 수정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645152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58000" y="45811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85800" y="4892040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85800" y="49194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운영자 추가와 회수</a:t>
            </a:r>
            <a:endParaRPr lang="en-US" sz="11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983480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58000" y="49194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85800" y="5230368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685800" y="52578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탈퇴</a:t>
            </a:r>
            <a:endParaRPr lang="en-US" sz="11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5321808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858000" y="52578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685800" y="5568696"/>
            <a:ext cx="694944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685800" y="5669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맡긴 사람에게는 계좌 끝 4자리와 등록번호 끝 4자리, 대표자명 첫 글자만 보입니다. 회수하면 그 사람이 등록한 이용권과 주문 기록은 매장에 그대로 남습니다. 대행사를 통해 등록한 매장의 수수료는 5%입니다.</a:t>
            </a:r>
            <a:endParaRPr lang="en-US" sz="10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6773" y="717213"/>
            <a:ext cx="2813205" cy="537785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50392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관리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질문들.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41832" y="21214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할인율에 최소가 있나요?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24231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없습니다. 할인율, 수량, 유효기간 전부 사장님이 정합니다. 다만 손님이 정가와 나란히 보므로 할인이 없으면 잘 팔리지 않습니다.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19659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28032" y="21214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간이과세자도 되나요?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28032" y="24231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사업자등록증이 있으면 됩니다. 과세 유형은 등록 조건이 아닙니다. 사업자번호는 나중에 넣어도 됩니다.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3375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41832" y="34930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세금계산서는요?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" y="37947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수수료에 대한 세금계산서는 유어딜이 초안을 만들어 보내고 사장님은 확인만 하는 방식을 준비하고 있습니다. 시행 전까지는 담당자가 안내합니다.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33375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828032" y="34930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승인은 얼마나 걸리나요?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37947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등록증을 직접 확인하므로 즉시는 아닙니다. 확인이 끝나면 등록한 담당자 번호로 알려 드리고, 확인이 더 필요하면 전화드립니다.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47091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41832" y="48646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손님이 다른 것도 시키면요?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41832" y="51663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그건 평소처럼 매장에서 결제받으면 됩니다. 유어딜은 이용권에 적힌 것만 정산하고, 추가 주문에는 수수료가 없습니다.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4709160"/>
            <a:ext cx="365760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828032" y="48646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그만두고 싶으면요?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28032" y="516636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판매를 멈추면 끝입니다. 계약 기간도 위약금도 없습니다. 이미 팔린 이용권은 유효기간까지 받아 주시면 됩니다.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773" y="717213"/>
            <a:ext cx="2813205" cy="537785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50392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관리 화면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일단 메뉴 하나만 올려보세요.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6949440" cy="1554480"/>
          </a:xfrm>
          <a:prstGeom prst="roundRect">
            <a:avLst>
              <a:gd name="adj" fmla="val 8235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9659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가입비도 없고, 계약 기간도 없고, 안 팔리면 나가는 돈도 없습니다. 제일 자신 있는 메뉴 하나로 시작해서, 맞는다 싶으면 늘리고 아니면 내리면 됩니다. 시작이 어려우시면 카카오톡으로 "등록 도와주세요" 한 마디만 남겨 주세요. 사람이 답합니다.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4048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시작하는 방법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4160520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4142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로그인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4142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 에서 카카오로 로그인합니다. 별도 가입이 없습니다.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5800" y="4782312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782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764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등록 (10분)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4764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urdeal.kr/store/new 에서 질문 네 개에 답합니다.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" y="5404104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404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5385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이용권 올리기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520440" y="5385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문자를 받으면 메뉴 하나를 올립니다. 그날부터 팔립니다.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29600" y="1965960"/>
            <a:ext cx="3276295" cy="4023360"/>
          </a:xfrm>
          <a:prstGeom prst="roundRect">
            <a:avLst>
              <a:gd name="adj" fmla="val 3907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49640" y="224028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734056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2697480"/>
            <a:ext cx="2270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urdeal.kr/store/new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915400" y="3008376"/>
            <a:ext cx="2270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등록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511296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915400" y="3474720"/>
            <a:ext cx="2270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pf.kakao.com/_AITdn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915400" y="3785616"/>
            <a:ext cx="2270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 상담</a:t>
            </a:r>
            <a:endParaRPr lang="en-US" sz="9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428853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915400" y="4251960"/>
            <a:ext cx="2270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jiwon@ur-team.com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915400" y="4562856"/>
            <a:ext cx="2270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8549640" y="548640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title(slide, text, { dark = false, y = 1.15, size = 27, w = W - 2 * M } = {}) {
    T(slide, text, { x: M, y, w, h: 0.9, fontSize: size, bold: true, color: dark ? C.darkText : C.ink, valign: 'top', lineSpacingMultiple: 1.15, charSpacing: -0.6 });
  }</dc:title>
  <dc:subject>PptxGenJS Presentation</dc:subject>
  <dc:creator>리스터코퍼레이션</dc:creator>
  <cp:lastModifiedBy>리스터코퍼레이션</cp:lastModifiedBy>
  <cp:revision>1</cp:revision>
  <dcterms:created xsi:type="dcterms:W3CDTF">2026-10-12T14:00:56Z</dcterms:created>
  <dcterms:modified xsi:type="dcterms:W3CDTF">2026-10-12T14:00:56Z</dcterms:modified>
</cp:coreProperties>
</file>